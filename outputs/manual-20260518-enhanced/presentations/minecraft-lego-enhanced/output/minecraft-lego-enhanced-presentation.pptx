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108855ece94600" /><Relationship Type="http://schemas.openxmlformats.org/officeDocument/2006/relationships/extended-properties" Target="/docProps/app.xml" Id="R2f67b0c6885e449d" /><Relationship Type="http://schemas.openxmlformats.org/officeDocument/2006/relationships/officeDocument" Target="/ppt/presentation.xml" Id="Rcd71e99819c349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3fabc15334ada"/>
  </p:sldMasterIdLst>
  <p:notesMasterIdLst>
    <p:notesMasterId xmlns:r="http://schemas.openxmlformats.org/officeDocument/2006/relationships" r:id="R8c5de55f552b470b"/>
  </p:notesMasterIdLst>
  <p:sldIdLst>
    <p:sldId xmlns:r="http://schemas.openxmlformats.org/officeDocument/2006/relationships" id="256" r:id="R1d8a1122c1d747ca"/>
    <p:sldId xmlns:r="http://schemas.openxmlformats.org/officeDocument/2006/relationships" id="257" r:id="Re1f0e2b25b4e42b9"/>
    <p:sldId xmlns:r="http://schemas.openxmlformats.org/officeDocument/2006/relationships" id="258" r:id="Rd23190a3ac994062"/>
    <p:sldId xmlns:r="http://schemas.openxmlformats.org/officeDocument/2006/relationships" id="259" r:id="R31414aafd8a54bb1"/>
    <p:sldId xmlns:r="http://schemas.openxmlformats.org/officeDocument/2006/relationships" id="260" r:id="R008ed77aeb5c47c6"/>
    <p:sldId xmlns:r="http://schemas.openxmlformats.org/officeDocument/2006/relationships" id="261" r:id="Rd26b0f2f4f424dd8"/>
    <p:sldId xmlns:r="http://schemas.openxmlformats.org/officeDocument/2006/relationships" id="262" r:id="R351f332573d54c27"/>
    <p:sldId xmlns:r="http://schemas.openxmlformats.org/officeDocument/2006/relationships" id="263" r:id="Rd194e93be29544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3fabc15334ada" /><Relationship Type="http://schemas.openxmlformats.org/officeDocument/2006/relationships/theme" Target="/ppt/theme/theme1.xml" Id="Rceec324dfb444585" /><Relationship Type="http://schemas.openxmlformats.org/officeDocument/2006/relationships/notesMaster" Target="/ppt/notesMasters/notesMaster1.xml" Id="R8c5de55f552b470b" /><Relationship Type="http://schemas.openxmlformats.org/officeDocument/2006/relationships/presProps" Target="/ppt/presProps.xml" Id="R791e9fa92e2f4a93" /><Relationship Type="http://schemas.openxmlformats.org/officeDocument/2006/relationships/viewProps" Target="/ppt/viewProps.xml" Id="R0fa43b4b79e24b33" /><Relationship Type="http://schemas.openxmlformats.org/officeDocument/2006/relationships/tableStyles" Target="/ppt/tableStyles.xml" Id="R5bccb8fd2da443db" /><Relationship Type="http://schemas.openxmlformats.org/officeDocument/2006/relationships/slide" Target="/ppt/slides/slide1.xml" Id="R1d8a1122c1d747ca" /><Relationship Type="http://schemas.openxmlformats.org/officeDocument/2006/relationships/slide" Target="/ppt/slides/slide2.xml" Id="Re1f0e2b25b4e42b9" /><Relationship Type="http://schemas.openxmlformats.org/officeDocument/2006/relationships/slide" Target="/ppt/slides/slide3.xml" Id="Rd23190a3ac994062" /><Relationship Type="http://schemas.openxmlformats.org/officeDocument/2006/relationships/slide" Target="/ppt/slides/slide4.xml" Id="R31414aafd8a54bb1" /><Relationship Type="http://schemas.openxmlformats.org/officeDocument/2006/relationships/slide" Target="/ppt/slides/slide5.xml" Id="R008ed77aeb5c47c6" /><Relationship Type="http://schemas.openxmlformats.org/officeDocument/2006/relationships/slide" Target="/ppt/slides/slide6.xml" Id="Rd26b0f2f4f424dd8" /><Relationship Type="http://schemas.openxmlformats.org/officeDocument/2006/relationships/slide" Target="/ppt/slides/slide7.xml" Id="R351f332573d54c27" /><Relationship Type="http://schemas.openxmlformats.org/officeDocument/2006/relationships/slide" Target="/ppt/slides/slide8.xml" Id="Rd194e93be295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73eb3d72bac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92d07522e245f5" /><Relationship Type="http://schemas.openxmlformats.org/officeDocument/2006/relationships/notesMaster" Target="/ppt/notesMasters/notesMaster1.xml" Id="Refccb8bef2c340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5ee8d1dff64f90" /><Relationship Type="http://schemas.openxmlformats.org/officeDocument/2006/relationships/notesMaster" Target="/ppt/notesMasters/notesMaster1.xml" Id="R401c45bb8a5143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6d1af2a1484e8a" /><Relationship Type="http://schemas.openxmlformats.org/officeDocument/2006/relationships/notesMaster" Target="/ppt/notesMasters/notesMaster1.xml" Id="R02315685075745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9b036e8d164570" /><Relationship Type="http://schemas.openxmlformats.org/officeDocument/2006/relationships/notesMaster" Target="/ppt/notesMasters/notesMaster1.xml" Id="R7d2e4829bad840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78f769f71c4eef" /><Relationship Type="http://schemas.openxmlformats.org/officeDocument/2006/relationships/notesMaster" Target="/ppt/notesMasters/notesMaster1.xml" Id="Reda679785a2640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eb4ad2d8de477a" /><Relationship Type="http://schemas.openxmlformats.org/officeDocument/2006/relationships/notesMaster" Target="/ppt/notesMasters/notesMaster1.xml" Id="R686e30d2573f45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e30f2583dc4e58" /><Relationship Type="http://schemas.openxmlformats.org/officeDocument/2006/relationships/notesMaster" Target="/ppt/notesMasters/notesMaster1.xml" Id="Rc3c6b8945ac747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f2cbcc7874230" /><Relationship Type="http://schemas.openxmlformats.org/officeDocument/2006/relationships/notesMaster" Target="/ppt/notesMasters/notesMaster1.xml" Id="Rf243ca0539804a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7504b2bb348d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5f96ff0c569445f" /><Relationship Type="http://schemas.openxmlformats.org/officeDocument/2006/relationships/slideLayout" Target="/ppt/slideLayouts/slideLayout2.xml" Id="R36d40ecaa21544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d40ecaa21544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21593bec7c4e51" /><Relationship Type="http://schemas.openxmlformats.org/officeDocument/2006/relationships/image" Target="/ppt/media/image.png" Id="Rb655d19970424ecd" /><Relationship Type="http://schemas.openxmlformats.org/officeDocument/2006/relationships/notesSlide" Target="/ppt/notesSlides/notesSlide1.xml" Id="Rcfa3059c4860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faa2bd5746416c" /><Relationship Type="http://schemas.openxmlformats.org/officeDocument/2006/relationships/image" Target="/ppt/media/image2.png" Id="R273b24f6ede34a42" /><Relationship Type="http://schemas.openxmlformats.org/officeDocument/2006/relationships/image" Target="/ppt/media/image3.png" Id="R1ce40b59d95d4035" /><Relationship Type="http://schemas.openxmlformats.org/officeDocument/2006/relationships/notesSlide" Target="/ppt/notesSlides/notesSlide2.xml" Id="R4bf93e6ecc564e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565b19262a41d8" /><Relationship Type="http://schemas.openxmlformats.org/officeDocument/2006/relationships/notesSlide" Target="/ppt/notesSlides/notesSlide3.xml" Id="R49d6774e5e6842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1dd3f0844840cf" /><Relationship Type="http://schemas.openxmlformats.org/officeDocument/2006/relationships/image" Target="/ppt/media/image4.png" Id="R0ce2c6a6b92b4e11" /><Relationship Type="http://schemas.openxmlformats.org/officeDocument/2006/relationships/notesSlide" Target="/ppt/notesSlides/notesSlide4.xml" Id="Rd44e4c6b4fd745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8e4df797334a64" /><Relationship Type="http://schemas.openxmlformats.org/officeDocument/2006/relationships/notesSlide" Target="/ppt/notesSlides/notesSlide5.xml" Id="Re7364c13ff8949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53644d31b447cd" /><Relationship Type="http://schemas.openxmlformats.org/officeDocument/2006/relationships/image" Target="/ppt/media/image5.png" Id="Ra4f46fe23ec9406b" /><Relationship Type="http://schemas.openxmlformats.org/officeDocument/2006/relationships/image" Target="/ppt/media/image6.png" Id="R9ad0097984a54e50" /><Relationship Type="http://schemas.openxmlformats.org/officeDocument/2006/relationships/image" Target="/ppt/media/image7.png" Id="R08ed5af302ff4d57" /><Relationship Type="http://schemas.openxmlformats.org/officeDocument/2006/relationships/notesSlide" Target="/ppt/notesSlides/notesSlide6.xml" Id="R1e08b98b485d45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2a654eb59a4705" /><Relationship Type="http://schemas.openxmlformats.org/officeDocument/2006/relationships/notesSlide" Target="/ppt/notesSlides/notesSlide7.xml" Id="R1ed34af121f744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ee4ad6fbb44d1a" /><Relationship Type="http://schemas.openxmlformats.org/officeDocument/2006/relationships/image" Target="/ppt/media/image8.png" Id="Rb5c4e71d56544b46" /><Relationship Type="http://schemas.openxmlformats.org/officeDocument/2006/relationships/image" Target="/ppt/media/image.jpeg" Id="Red8384c899e54d7f" /><Relationship Type="http://schemas.openxmlformats.org/officeDocument/2006/relationships/image" Target="/ppt/media/image2.jpeg" Id="R9e9d65538dad4b5c" /><Relationship Type="http://schemas.openxmlformats.org/officeDocument/2006/relationships/notesSlide" Target="/ppt/notesSlides/notesSlide8.xml" Id="R1937b8c4d12141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4D823F-981A-4C2F-9C98-0D24D8C2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78B1F-D0E9-4C98-9B1B-D9375828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223E9-52F7-492E-BE1E-ACFEF417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5AFDD-F4EB-408D-A606-67F0A456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E906D-FE9B-41C0-A491-2F2F2E5B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6A045-8732-4446-9482-2D814D0D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969A6-2C33-4052-A81F-B72EEC9D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B96A1-7B62-458C-B17A-3EF506A7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E2ACC-B4EC-429F-9D30-0A4673AC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CD389-2DA0-4281-9986-33EA9001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963A9-C23D-49DB-A575-BE6C4999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EB55F-2CFE-43FE-A28E-81538987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E94DD-965C-4037-8427-140BCAA2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42EED-0F77-4634-9AD1-53E2AE7F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FA399-71BF-48BA-90D2-55AA6DEF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3869F-069C-43B5-8A2D-170A2D8F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C1673-A0B9-4018-A0E1-098839DC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39FA9-ADD0-46D5-AE49-906A4CE5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72C4A-BDA2-4872-B814-2EA03B31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C2657F-A392-4685-AD82-ED70A28B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F7834-B2A0-4B73-80ED-81FABFA0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0E548-FEBD-4424-AF7B-76CFBE50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F2F99-8173-43E1-A157-51BAFD88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6FF56-302B-4CE0-B807-A1DF86DB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06CDB-7D64-431D-85C1-2E7CDE1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B2FF41-6AD8-4A5C-9993-B8CC15C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C40B0-AF37-4916-9900-64096FC2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8B7E69-BA30-496A-A7C2-F4AA6DBA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BBA51E-143A-469E-A230-135E88D1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4E4B1-62D9-4A91-B590-7F58FCD8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AEEF4B-3DC3-424C-A179-937FE2C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AA39D-2B80-48C2-B020-3D3DB2D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E7AF8F-4805-43B9-9CCF-9EAABF2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FBA553-5931-44D2-8A7F-58501D46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3264F9-762A-43BB-9918-ED8213A5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1F05D6-D869-446B-89EF-529F5695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B2D73C-B11D-473F-B3B4-7DA9CB92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D39CEB-423D-4D72-8A58-1F2265D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A8A588-FC94-4C92-9C3E-4E5C9229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AC75E0-C884-4272-8BF9-4583AB4B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4B402F-8BD7-4187-9751-C289EAFD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9F2941-8785-4896-9FF4-068FE6E8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88B15A-DEE3-4D2C-AB6A-130EF95F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0CFF07-6EE8-4AC4-A3DB-FF102870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F9C167-B8E4-44F2-99BD-412B74C6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A2FF81-93BF-46BE-8946-0236C914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5AA5D4-1517-4A81-940A-DAE6CE9E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DF4B2C-4017-4D08-84AC-0A85423A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E6B416-07B2-499B-B267-69E0AF53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8B2469-F4B7-4BE6-B0A5-2C10B348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6CFC80-04EB-4ABC-9AB6-4F976958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FA3726-C452-4E11-B461-21F2C12F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32E38B-53F0-43A2-A84E-3073B7E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189DA4-DE86-4AC3-B291-948DC41A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141B89-FED3-40D7-AD60-3F6049A2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F5059F-F7F7-4BB3-8F42-9323F231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9751B4-224D-4628-A766-78D29A7C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AA60C6-5BF3-40C6-BE2E-A55A72AA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56D1AB-E319-4E8E-B773-FE999D0C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4AB24E-445C-45D4-BF7F-F5D33EB4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83E0B9-BCF1-40F1-AA67-F04C37E1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282942-7199-415C-AB89-7186A7FC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1DF326-B951-44A5-BBDE-2A14935C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8BC51F-B368-470E-8C16-721FD545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6494EC-D645-488F-AEA1-B70CA63E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ED4DC3-6CB5-4A90-A142-591C28FD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B650073-A4EC-4A9D-A60D-9A17FD39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F53274-F9B1-4BDF-92C2-E5FCB10E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0434BA-A915-454B-B9EC-E377E233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934189-3C28-4831-9258-3C715084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46105E-9D9B-4A1E-B374-8F5B8B39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3B86A9-E93D-4E16-A67B-1988E3E7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6CC43CD-8F13-401F-BB72-13CD53AD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F385848-C99D-47FF-906F-53DA56FB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20E2B5-0477-4DD9-AA7D-5F39B9BB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9BD4CE2-69F6-423B-AA95-A80E12A4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299C28-7B9A-4D9E-BC42-5D2A90B6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3B86BCD-0E22-477D-B3C9-03F544AA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6E82A65-14C3-411A-98D2-8A7DD0E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1F1906B-3CF2-4023-B459-B5A72D04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5971E4-6311-4101-A527-3EE73DD4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8E124DF-A0D7-429B-8003-8C191066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0178FEE-0061-4A8E-A3B6-3A323C46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471F2BD-C06E-4B83-84C7-F4120DEA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8DF54B2-1640-45EF-A9AC-0251623E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977582-D448-4396-AE2B-93F1276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94C5FA2-4906-4CD2-BC9D-AB480C5A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B3347CF-2E1A-4601-AED3-70EB298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E8E5E1F-548E-47BE-9777-937F26EE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23AF515-054C-4AA3-9DEA-F747F65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470D964-12F1-4D98-BD00-76DDC05E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7445190-A51B-44BB-950A-469DDE3A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65B5D09-4834-43D9-BBFB-9BAF71EB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C835747-48DF-4E65-A968-C605EC21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5A105E1-BDBE-482C-B480-84FD44DF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7AC0C56-31E3-4D43-AAA6-5DDBFEE7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E6224C-8650-494D-BE0A-A38941FC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3D0F622-10F7-41A7-BC39-C59E9D9C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919A53-C419-417E-9E31-3BF10474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EE0ABC4-189B-449E-8E7F-BAE0D7D4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06FFC7C-3B23-4B26-AF00-8EA594D0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E6B12FB-C719-4B73-ACA5-FB05C93F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3944250-A3A6-44D3-90C2-AC73F6D7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A1764D4-0580-47A9-9D6E-CDB16F0F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719CFBF-6C81-414D-9B03-E78F60B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BFAC62C-5CA9-4F03-840F-92634E94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B52A603-4956-405D-A2D8-FC685E7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EAD35BA-48CD-4156-97D7-8C0AB608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BC4B7F5-5AEB-455B-8D2B-1538687A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F1804F8-232A-4A77-8F92-C62C41D0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A487493-47DE-4217-A84C-13823214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39E3F1-9C8D-462F-A41F-4E87DAE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9C6CDA6-4B3D-48C2-9917-215AC83F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126E37D-79D8-4FF4-B32D-B624A17A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7DC6C96-7829-40B8-B501-E038C04A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15E8B0C-F48B-4048-B648-5A3B1EEC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DA1160-8B63-41A7-AFBE-C8A4850C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BD8E15-FA8D-441F-A815-8A844B09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5722948-A876-4E74-9E3F-77DE8E1F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62661FB-7B36-47AE-BC89-5F862735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43F280-B4DE-47C4-BF8E-779BD96A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C086259-5B87-4792-BC03-7AE88876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EAE8E6D-91B0-4330-976E-7C0A17C6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B3ADFAE-0850-4921-B558-13CCCA92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0E554B9-151A-4815-B618-2D35DC4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D898FE9-4DBF-4E36-A27D-38D57CA7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F3FA264-15A7-4F56-B6E2-FD078044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36B742D-E93E-4EB6-863B-3F2BF66F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8166099-88AF-4E32-A03F-BBA243B0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317B08B-7379-4285-BC7F-38317F22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DE9FC03-8032-46DA-96F5-62C1AC1F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B7C5D88-11E1-4800-A87F-6EADDE2B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79CC3AC-4883-471E-8759-7BB3D968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22D7D3D-29B4-403F-8EC8-8723444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AEF577D-918A-46AF-91A2-ADC1ECB5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9B78BC2-C779-445E-A25F-20DA3FE5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0D5FC70-716C-40DE-A5CA-F18FB1B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A14FC82-3EA4-409A-AA30-661C0884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68CFFFE-35D4-4840-9616-B81578FC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0186C29-ECF8-4C1D-98E4-E334223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F787F0A-6A40-4EEE-9905-FFF066C0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093B24A-F394-4101-BD5C-3DC45634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1A06232-D673-4DAA-A390-B48F3949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6174B99-49A9-4C00-96C7-FE94B719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1E04CBA-ECE8-474E-9A03-34E28C8A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CBB8476-061F-4792-A64D-ADB9385D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F65390F-E4BF-4D69-A4DB-047C39D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BC164E5-DC10-4FE3-8E1D-1F85A6FD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BC44E61-7B39-4B43-96B0-BDE3091C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5BC6A3D-D254-4538-A8CD-66389158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8FD37B5-AFC9-4BFA-8B2E-47FC57D8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93F7132-6CE7-4905-8664-A4F6A13A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B674A3B-18F6-476E-AC05-A63E601E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43C9B1A-214E-45C7-AA4E-8DC8F67B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2778632-2808-418D-9DCB-FACF6E66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0824B9F-5364-4DEE-81D8-3C63FA88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F69FAE1-4A27-41E7-93F7-96C2368B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5825A09-2ECC-41A9-ADBC-C0662101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F430880-DE19-4D1C-A9DF-CECF5750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32B5E86-899B-4DC2-BA3C-7906311A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A91BE3E-4963-4003-B33C-C89A1FFE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817BA2C-71BF-4D48-8390-E0E1A981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1671DE7-4A11-4A37-8E8D-5B2DED4C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AE9201D-3F2C-4A22-AC76-16EA895C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DDB9105-9194-4723-84BB-D7393F25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C227045-5C8C-4B72-9795-27BD30E1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DF05B9B-EE5A-431F-BB0B-23DB95D7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392D190-93B1-4E7E-B62F-24C5B6A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06904FB-2AF6-46E8-A38A-D56AF7CD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275B670-F9BF-4062-A162-2B3266AB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52F231A-E47E-4717-8033-1D592B80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460F539-2467-4870-A713-D3C6F1C8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AD0723E-8D67-4533-93A0-35D50354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4C0C291-2C9E-4EA3-81C3-3295A74F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72507D9-31F9-490A-A657-B3F723BA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E27617F-0974-46F8-B1E9-E854EDA9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E8E47C3-2F89-4F8E-A186-6ABF438F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CA4CD36-62D3-4E29-BA86-1BD0EB74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D57BAE1-7318-472F-BDE5-5BC9C245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1D6B394-BCB7-4049-9482-BC56F961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B00BD5F-4795-40EE-8953-477B3EB3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9353042-D249-417F-B1D1-1CB4F613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7994101-D220-44FF-9DBF-2A4BBF0B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A4F896C-274D-4DB7-9D30-24ED12C0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224B810-B6B1-4D2E-9836-61143A89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0592CFA-1B2B-434C-97E6-43A56368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C0DF5F4-ADCF-44F8-A907-EAED0E70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BE661AD-77EC-49E3-BCDE-653136B2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D15C283-EC8A-4CD3-BDDA-D8A4D3B3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2742788-3C3C-4A2C-80F6-CBC3420E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93E332B-605E-4D63-8646-469C1C51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8716D1D-0260-43D6-B684-3FF5AFBB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43839BC-AAA9-4D21-901B-75857D56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CC8BBE5-5B05-4C40-AA85-D8F44F63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0A47686-1622-4591-9FEE-2576329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562BDDC-FDD2-427E-87A8-ECBE2087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E89E3A8-A925-4D6C-8700-9BDF9715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837EFA93-4BB3-4F5C-8691-2E7D5254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DCADFAD-735E-4AEE-8404-00FC84FF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55E7EB7-5AB2-4E50-97A4-AF76CC58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DD49038-75C9-4127-A8F9-D98B3C2B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73C0A62-0AE4-42B7-A9E7-70D9D6BB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0F4A61E-167C-429C-B23C-22ABAE7F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6B6D198-59E8-4C95-A9D7-C7165A53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04D4B1A-64DF-4BEE-B5A4-952E19FA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0FC063D-52ED-43E8-85CD-BB95D6CC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DE0B038-DD1D-49EC-9967-09E68C09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EE8FCEA-A333-49BF-A081-AA80FEB5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51BB313-A11B-4CBD-BB9C-284B63EC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71D1C8C-BEED-437C-8CC2-04C7BBD8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10D25F64-794A-4299-8C86-C189742C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F193D6D-470C-48F3-8B74-B4947B34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60AD2BD-DCA4-45B6-9BFF-A8AD08A5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B323A69-F1CA-4361-90D0-5850018D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E717A51-ACE3-4853-BA8C-5DA1580E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811AA288-48F7-48BA-AFD3-D0DFCDC9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5DA07B9-EEAA-4B8B-85C4-19574FE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F27F77B-3246-440A-AAE9-41F5BE6F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2DFFA35-76B7-4BA3-AA7D-8BB3C66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A5DA16E-4566-4FDB-91B4-0F0300EC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8CFB800-BC00-4A75-9B38-3C633B08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D3D55E5-DB80-4B24-A111-82BA525D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4AE7101-0E5E-4048-A0C6-92D48CEC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A9CF149-E98B-46CA-AA92-295CED6B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01637B56-E299-478A-BCF8-618BDC26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8D4F04B-91C6-4469-BA88-CF303DED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C3CC429-6BE1-4EE9-BC47-77C64B75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0337B68-DE6F-4B34-A343-CB6A9BD1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3F978AE-176F-489F-836B-7E2604B3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F8A304C-2C78-44D5-95B3-947CEFE2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F696176A-F4CF-4710-99C3-CF53F63E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2982CA7-1D70-4ED3-9547-94E16DE9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7ED8EF9-B1D6-4DAA-A11C-C37FE048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69208BA-0153-4712-802E-89977DB3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4087724-6CF2-4E8B-BD35-D673AB36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1713A1F-298C-4F2B-B441-6F8ACB9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98FA5AA-5CCA-4A6C-9FB1-5100DFAB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379C59A1-0BFF-4427-8878-4EC63234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EDD42D0-3523-4729-ABD4-FADE2275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7B2E06E-5F34-4732-8D6E-004D5FE3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F64BA1E8-B175-452C-9539-491BF600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ADBD754-EBF6-43AA-A335-B7D31CFC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69D9A66-5283-48BE-8EE2-5ABA03E5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219E031-6E60-4CB0-9FDB-55BA866B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EE4B63B-913D-4183-B3E8-327A8929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0EA49DF-E62F-4F80-8973-79E16BD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66A656D-E776-4C44-AA39-A574C020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6ED2DF0-4DA8-4AA7-8115-7A3CE7BA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98DD44C-85A7-4B78-99EC-F6F9B45C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A10A035-C4F2-4C58-944C-7D8B707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7BCA67A5-2ACC-49F6-8DBA-F55D0893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8CB56E9-EE26-49B3-89B2-8CA14251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388E522-D13E-41D1-9C07-157DE67D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40EC1071-4BC1-4B80-A7CF-D4B26BB2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F9557D0-54D0-47A2-A42C-C55AA257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862615F4-2721-4910-9927-E2E35305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020581B-2FBB-44ED-AB6D-0B191108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AADF1AC6-F753-4D94-86DE-2D90D621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86CF6F6-623C-4D2D-89CE-83ED724D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F5B3A72-F841-4252-B409-DD05019F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C4C0E04-7F14-4AA1-8352-CAC7485D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9AC41B2-9D83-4045-81E2-07692DA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374DD56-93F0-4173-9825-035459B3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8DDAF8F-1229-4A62-8229-9B054F0E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AC09314-BEA3-4F2E-AB0B-FC01AC8C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4862BA78-87E8-46B4-A0F1-02C61DA0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13CD97F-34E9-42E8-A3C8-8542C366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5B76C23-4A63-43A9-95A6-452A823A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22F3C513-983E-46B0-93D2-DDD5CE21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AC765C7-D5FB-49DF-9464-7FEB3B0D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FD453D91-5C81-494F-A6C9-D8F6A2F5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163CF4D7-BAA7-4CDE-A85D-B328700F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0DD1347D-16C9-4F80-9CC0-274CCA33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A3EACCC-DF92-40CF-8333-7C197D1D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69EC1E02-976A-4BAB-AAAE-B126C6EC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B42DC5CF-FF50-4ECB-AF11-DBFA3616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EC5E543C-8004-4470-97C8-365B115A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12DA7EC-7E27-4F0F-898C-CBE2D35A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0BA4950C-0853-429A-8088-B66550C7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4A8DBE6-0978-48E4-B281-F3E6ABD8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1047440-1894-4729-A7E4-FA7DEE05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63AF290-7CAA-462A-838B-5112E459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0D06619A-790C-41E4-BC64-1B1F1DCE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59E87304-B0C1-42F6-AC1D-C2D0035E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F8C8728A-2C04-4974-9592-EEEA398A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64B1685C-1B2C-4EA3-9BAB-AC22A66E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0C40DCA-4039-4DA3-80DA-8A5C4650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683BBDFE-EB29-4C81-8DB7-298FDC55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4373C941-DE04-48BF-84BC-AE1D4924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8F792F9-D95C-4E8E-A53D-81946A6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3EFE3252-6AFB-46CF-BD62-6A82226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6E57C58-8B82-4AB7-8768-A4112F8B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78FC4803-349C-44B8-9BD8-1EC95EE0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5617F91F-EB7C-46B4-AB8D-7005AAC2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E140F1E-33EA-44B3-8380-229046A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A0A8111-F353-4CBC-A6C7-558A06F4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E9CB2DB7-2E69-47E8-A91B-A3BF5F1F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8B6F681B-1D36-410B-AF1C-788B2E6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F3C4A71-73AE-4917-BC35-E41C7BDB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E9B89E2-737A-4215-A706-C8850C19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2684B873-6109-4127-82FB-C88FBA4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0FACB63A-F669-477E-ABCC-8BCA91D8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9DEC8CE5-0EA6-4419-92B4-DE39B607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0ABB422-2DAE-41DB-8FFB-84500450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5A134710-6BDB-4433-BA68-9A52C49A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E18F8785-1791-4F1C-B15B-617DADA3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FAA61CE6-4E09-432D-878E-A460DB1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B648441-78ED-4E15-A107-4E53246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BAD1DFE0-6446-4670-8537-B8960E04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9693D324-7E3E-40BB-AA61-03F6594F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9B94E721-0806-4DCA-A91A-052C948D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8476F7C4-F3C8-4F50-BE8B-6FD7579B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6F5A4435-D6A2-4FDD-9230-BD1AC61D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8CC1CE8-EDDE-4918-93E8-B1471E53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4B258521-ADBE-405D-A114-2E4701FD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9470BFDE-404B-497B-986F-45DB7A03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D3F833F-C4A0-4EF2-BA2B-53E74BD2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53444DD-0CA3-4CB0-883C-E86903AD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D71E774-4F23-4CAE-8A1E-732125BA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1D311055-E93D-4125-A199-B01842A9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AB1CE8C7-000B-43C7-987F-716DED55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6076C98-3A48-4952-8803-6B302AF5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160CDCA1-AAB9-4451-BF83-0ACE4FF5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56A673FC-7592-4FC2-8B1E-1728BA75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8A768BC3-EFE6-4EC3-A2ED-C81EA42E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2A7235D-C415-4610-9EBA-053D0103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52F72F87-3F7B-4CF7-8498-D7F0A282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B68EAA80-55D8-4776-92BE-EA9FFDB2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B46A14C-BFD8-4208-A7D8-7F4C9922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5AF09AC7-C507-4A21-84EA-90526800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41732C93-1043-4328-A53B-584CD677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907BCE95-7D25-427E-8D88-E767CD8B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776312D3-4535-45BD-B854-37516AD7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27CE3A70-FBF4-4268-A260-3970BBEA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078787B-FCD5-49B6-BC41-C628F53A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5F1B6C9-B9D9-4C72-8D0B-6A7F07D5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9EDB8FF-E2C5-41D4-A8F1-699FE7E1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0EC9AACD-F281-4902-9427-28B6E8E4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11CB6145-71BE-4838-9BE7-BD6F3226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CD71391F-EA64-468B-B10B-8CFA32B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F680867B-DFCF-4FEE-908A-7D4C5F1C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F3AE828-96B6-4284-9D3A-3DCDE310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289C0143-0717-4C8F-A1D4-4E2A0DC7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039034AA-3E5F-4BA0-8A9E-F46760BE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4064DC63-CD37-4366-B7D6-806A3933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A3715F77-D45D-4053-A01F-0BD98C9B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61D59782-1F8C-444B-937E-5DE4954E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2C0F683C-55AD-4717-8DE2-7E2BA81F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CDDD7816-9811-4949-A3BE-207070BE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3033AB9E-F351-413C-8E5C-138DC07E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C47F0CB2-F327-419E-BF6C-1A649B56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E33AEE12-A1DC-4325-89DD-2E280DB2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32815CD-F64E-4C54-994A-37FFB120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A8C72029-7953-46C3-93A6-2AAB21AD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EA4F045D-FBA0-456E-BE9B-A35E2DED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FAECC212-15A4-4366-A166-A0B47DE1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EFC5B5B6-C2E6-4952-A4BE-E5F38267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EDD2ABD7-4597-47AF-ADF0-8E208CD3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FECFF6DF-0CEC-4B39-935A-AD7389CF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FCC7CE31-BA51-46E4-A4A0-A8F2488D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B49A0568-9035-4767-AEA5-66817F8F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6D6D65AB-114E-4CB4-9EFA-B2D42A46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B40FC0BE-6FD2-4B29-AA3D-DCF96CB5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1D0D4669-40F0-4A65-9FB3-96BE05D9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0C8B13EA-1388-4C5B-A256-9E29D4D9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EC92E3F2-BC09-46D9-BCB4-8A1F5662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0BB59EE2-486D-4902-88CD-4162A15D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5968DEA5-7190-4CCF-8E0D-D83CA75A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9EDE45F0-E58A-4369-A387-9E3772FF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C25B43A5-12AD-4536-8BD2-B3B04FAF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00BE7C7C-1CCE-43EE-8615-2B187D18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69D8109-9993-414B-BC33-D1EF8A36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5425F82B-5D06-443D-9305-E5440265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F9FA1B60-DB6C-4267-A9D5-4660A6D7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EC6ED6A4-34C5-49A1-9997-5246D697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B49CE3C5-DD45-4DBB-BB05-86E83DE9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0F0ABE4F-5CF0-483D-949A-C9AC5295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F49DDC44-81B7-4D2B-8700-5C87ADB2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20B55AB2-42D2-4AAB-96FD-FED5323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D6E35057-FE2F-47EF-8A41-F1042BC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E37C68D9-9E0B-4F0C-8D7E-17A57672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A37CE9B-7B63-471C-BD35-9C413A4E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5996EEAF-9781-49AE-9595-76F6B8F4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DDDF8A20-BBE4-4FB0-A370-5A535607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9CCFD660-6772-4946-A754-C49023DD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B0F8CF0E-795E-412B-90A8-FD0980F6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8A86FF8-9F2D-4B1F-994D-31DAC6C0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3E95917F-7579-4E30-BA73-4B86AB9F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0CDA0E0E-7ED4-4E40-A661-8EAE526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CA3E611B-D85E-4E0B-BCBB-CD96782D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0A4C17A7-0A04-423B-9785-CD6162E4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916C9AF7-8AD0-4813-831E-040D0A53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ABD11270-6F3A-46C2-A5FB-63B7A5F1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6FC334D6-86DA-497F-8218-3FE3FDFB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611C31A-7145-4FDB-BE32-D6D2C503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6C8A7E21-8058-49E8-921F-95DB6960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33D302F0-69CA-425C-8636-84F5647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8399247-0460-42A4-B2B8-1BDAA6BC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D5923B35-23EA-4905-837A-7DE00DFF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B0A98FAC-649A-4ACB-A291-C51F3D02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A666ACA-A8BB-4BA1-968F-89DE653C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29B8035E-0B29-4590-AAE5-DED5B23F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B72692B-778D-481E-B427-06BBFC61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06A93CD1-80DD-4D31-B022-CD431D5E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FA9445FF-76C2-4041-BB45-B694ED19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711504D7-BE91-4302-B96D-09383CE8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795DA7F5-259A-42B7-BE91-878138D0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40917E16-D920-4A81-ACE2-EFAE03DA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4FA52175-11D0-440C-8C61-7A03E3A1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01823599-25E7-429A-BA90-E220E051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88717380-B4B8-45CB-8C9E-7C0914C9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53FD89C3-F5F3-4CAE-B778-035C483F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0B3FF37F-9C4D-45F4-8D99-A71AB843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3A708E73-BD9A-4A9E-A500-19DDCDE4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51CE1721-A364-4DB3-856E-6B7022E3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ACEB551F-1961-48AA-9240-3A09C0E9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2BB6F0E6-6AD9-4201-AD1B-2F300BB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026A263B-45A7-4C49-9A57-A1E0CEA5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794C3499-BE7A-4D7B-8D00-446A57FC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168910B3-4F45-43C3-8877-F5FCC3B5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0E69DC9-F104-4887-8D29-FC3C25F8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97F24C93-87FA-40D5-84C1-04C7C7A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E7DF18DE-0256-498E-81ED-9CDC3AE0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CF5E93D8-A20F-44D9-9A29-E6A98F9B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A519EDFD-B4B0-492C-92EA-857113C8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2081704D-4925-4814-9864-2344EE1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C2E54E3A-BD46-4AE4-BBD9-ED05F9B3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92395AC3-A76C-416D-B113-F6F46ED2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C61A91F4-6A3D-46CF-980E-A73310B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1F3F02C2-6179-42E8-863C-2F6E63A3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B0AB1B72-CF2A-41A1-BEB0-B59DC49D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42206BBA-30C5-4966-B507-B35A32A6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73709249-1F1B-4EA8-9193-E489D86D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D68582F2-CDE7-41A1-B4F3-11FE6BDE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4C20CEE0-55FE-483B-915C-34C22C4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297C7F78-0A1C-4B25-8893-54A22C3E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CD9C41CA-5B5A-470A-8B58-8D37307A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FB34AB1A-29DB-4B10-9C97-0BE07E87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7059EB6B-2E81-4292-8C7B-62E03A7B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1722CA9E-14C8-4015-9434-17F8F389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79F77FFA-C0F7-470E-ACB0-DF59F7E7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D4C82CDE-ED07-4871-B581-A9D156FC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75D26D05-FD70-4FCE-BE54-73B1D9F3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1015A4A5-8B26-40B4-9AEA-2B02FF9E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D186B9BA-5757-4454-8B44-C6C0A7B4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CB5E6B66-2A2A-4C44-B0A7-D411FD9A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E12D37ED-7036-4D0F-9506-0E27702F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984DE536-2F6B-4CDD-9DC5-765FB6F4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FF653013-6E61-44A4-A8A2-73901FB7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05FE94D9-8698-492A-B881-F58DBC9A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131D9AF1-E134-4D40-AB83-9EAA41DA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94219884-42F9-4E96-96EA-A10C2FDD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C870FB2D-31D2-4D47-BA0D-68F6786D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E7D06E4B-B69C-4930-A7D9-F735EFB4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2CE94E8A-1706-48E4-9462-CDFD00DB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644BB8C6-585C-41A6-A8A3-6BEBD8A2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850D72DF-4ADB-4A16-8D13-226A6AB7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88CEEF81-72AC-4B77-B531-2CFBBE1A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09DD8A9A-AE38-4FC4-9690-A4135825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7B12430D-D835-42E0-95EE-DAFF956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96FB22E6-B6C1-4524-B888-85EFAB9F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F95DBAD1-9955-4C6D-9DC8-DAB33583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B59E2930-0BDA-4ABB-B546-43823D2A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D35CD3A2-050D-4F1D-A5EF-05811CB2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B52ED0F4-D750-43DB-B253-2610957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B4802745-66B9-45DB-ACC4-B24DCFFD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11BEF6AA-E6CA-4DC9-AE8A-169F2B9C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173A8B4E-E991-457D-B842-188F417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001FE372-6FB1-4E54-B115-DFCFB5F5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A90C8FE1-6BD7-4CE7-94F1-89B4F0E8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81B591A9-C850-4A37-8FD4-92D5572D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1243CF8C-DAFF-4B82-A144-29AB2088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BCB4F5C9-6A4F-4163-88AF-7341193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8CBE527B-2695-4C22-9240-BB6D9752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67021457-E75B-4F4E-BFB4-C0C4A8C7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8FE6EB18-3A97-48E1-85CA-911BDC2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FDF54245-526C-499D-9078-F5C1BB2E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30D11959-A9E2-4658-B2AF-4FC44CBC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8DB1C345-74E9-424A-B0F9-4D1E672B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FE781AAA-7F99-42C5-819A-5A8CBD0A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A74650BB-556F-4E86-96D0-9C2F14BE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A778B002-1BFD-4412-8E27-44DF0265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BBDC18BE-ADC7-4993-9BB3-47283666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A13F57B8-03F8-4A33-B037-4B8A2C69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CAFAB62F-EAD9-4D71-9356-3837D23A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C2F25B13-5439-4A67-8565-5F84584B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E74340CF-37D7-4312-8820-5E89947F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50E18D8C-9481-415D-BCBD-BA4B744F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79FB8C04-2C1A-4D1A-BC46-EBC9AB6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93C2A698-62B9-45E2-9935-5F0D578F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E1B92709-2528-48CF-A1C7-0F42FD50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6F72EE84-7AB3-4C48-B91F-FEBCB25F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96925A8C-77D9-4236-9887-9989695D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25D3D86E-2BF7-4F63-B606-08C1C31D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B75329C7-7E53-4D26-8E69-601A7732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2B23A43C-4162-4EFF-AEFD-39F5F133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DE5A2E71-2845-4239-8F8F-F68FBB41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FFDB5D0E-B386-46C4-91BE-DEF1A36F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6932C5CB-8A07-4DD3-8445-4CF00D89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97507186-E7A2-4302-9628-0DA95FF1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639B143E-9D34-435D-850F-EB1E5AD1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D2469E06-39BC-457E-A9A3-67BE7E85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C5D25FAF-FD33-41BE-970E-280620F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FD9C2B13-73D3-430E-90FB-4FA3C8C3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5DC77B49-8C77-4687-881F-34BBE4A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7A58FA79-183A-4C5B-8390-12E9D129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5D5FD84C-0B60-42FA-ABA7-25B1990A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61C2366F-B81D-4F46-83DC-0DC83CAA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5F15B2BA-FBEE-40A6-AB51-6426078A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1D395705-9F59-4627-AC4A-F76AE5E1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26811A7D-9E54-4AC3-8105-8764A20A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8412CDF-ACF3-45AA-BB8A-36C119E4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03950008-454E-44C8-93E0-065B0F92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937E55DA-9164-491D-8D1B-35DA0EAF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834A5F13-13BE-48B9-85B3-B50AC938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33265B9C-A64E-47A8-8EED-4F887B23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251C52E9-0407-4D72-AA68-1C8FA0EC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B306DDB2-0B74-40ED-AD0E-95026BB8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F4F8CCBE-2D6C-4B6E-8678-DEF2785E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BE501630-8E68-460D-8CF6-41E2EBA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885FA9DC-DBA1-4A22-AEEC-0F04787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9D68A0AA-60E4-41E1-838F-AC1FF039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3B10D3A0-9ACE-4B40-9FB8-960EA4A9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D29A3DFC-78D8-4365-8C78-5539ADB6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2A64AC52-AE0F-467C-B5CB-781AA7D2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4D983661-39BF-49D6-AD1B-0AF98919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0607A8AB-1A3A-4296-B43A-AE4D0AFB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91C26512-5C76-4A98-83E2-CF92A0C8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6F7270FE-FD87-4660-8589-83CC696A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78B4C944-F35F-4CF9-A1CA-B4CCAD64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EFBA94A1-EC87-4A58-8AB3-8DFAD399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B7FB52AD-E758-4461-87AB-601820CD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4F76D46B-4144-4B54-8819-88A33EB4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CF780EA-58A0-4266-BE61-890C29FA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923925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D239AD3-6240-47F2-9D47-69934E28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2E870F8-B56B-4FA8-A15D-983BF5CC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400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9D9F853-56D3-4D81-B9CC-C0771A69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04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43A94B2-4EA7-4097-9F79-0EC528F8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09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87E37B2-262B-419B-A1F3-6BAF103D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FAF8CD0-3586-4681-BD2F-D2C9AB7F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71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BC9FF3A-04E7-4DBC-A97B-9E71782C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6004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B1888CB-3F62-4E4D-9E0F-09EE5144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553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DFDE464-5D7E-40A1-9596-42013480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438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775CEDF-46B2-47EF-9D3B-02DD86F7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4102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A86FD6A-2698-47D4-B1F4-08190BA0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A1CB266-0363-442B-85FF-4BBAFEB4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419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114E68A-175E-48D5-8418-4D22A58D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7A2722C-096A-46E4-B274-8F46189A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1910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06A6ED7-C4E2-4A40-B646-86272430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60674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FAF0432-F9F5-46A2-9913-7F0240C4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622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81A3209-3B27-465C-9064-951B6608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81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FF6049A-1789-40F2-A688-3DBB9CD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657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10F304A-0EE9-4D0D-A7C0-D1D6C77C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05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22FBF123-9B77-4800-A36C-5EBAE53E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907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350B9555-5DCD-4A98-8E8F-D39CEE5C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81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F51A3F2F-966F-48BC-B73B-06C9F10F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5054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823F21CE-5566-4D61-ADB1-BE5B314F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52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FEC82CA0-3536-43AE-99D0-3A22D309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5144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C460DF05-9413-45CD-96F7-41508224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048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2182767B-A163-4B53-B117-1254C0B9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29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57FC757-31EE-4159-8A1A-0D20AD1A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6AA5889-672F-48F1-A72B-D491A175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FD448BB7-0BA7-4E93-B4F2-EC930650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1150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39BB7EB-D898-45D4-842D-0A83A581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MINECRAFT -&gt; LEGO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EA93A3D5-425E-4563-98B8-5CE78EBF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6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enhanced presentation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903DDBAE-D9DD-4086-A1FF-6AA146DF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minecraft cave direction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77E67699-2997-4D01-838C-5F2B206E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762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05C4AE25-70E8-4F85-BE71-8A661B9D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81100"/>
            <a:ext cx="521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6F6B6A30-21AF-4858-A9B3-E3F7D931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521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D8290F9B-2F3F-4A9E-B621-131C487E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81100"/>
            <a:ext cx="38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5BC59EB-348E-4324-B049-81D565F0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181100"/>
            <a:ext cx="38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25A96D4F-D146-41F7-9361-AABAF7A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1239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BDB96D1-EA0D-471B-A3A6-05365D89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12395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B979946-5F33-4A73-A1AC-EA55DFF4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6101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C73E5F7-FF89-4492-80CB-1DA1DDEE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4958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5d19970424ecd"/>
          <a:srcRect xmlns:a="http://schemas.openxmlformats.org/drawingml/2006/main" l="0" t="7436" r="0" b="74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314450"/>
            <a:ext cx="4953000" cy="3162300"/>
          </a:xfrm>
          <a:prstGeom xmlns:a="http://schemas.openxmlformats.org/drawingml/2006/main" prst="rect">
            <a:avLst/>
          </a:prstGeom>
        </p:spPr>
      </p:pic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2D63188-7DB3-4097-AE61-F62DB95B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69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CLONE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2F39240-7B18-4CD6-A9D8-B9CD9EB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69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GUIDE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6A63ABB-2251-454F-AD69-4B446AC3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3C7"/>
                </a:solidFill>
                <a:latin typeface="Aptos"/>
                <a:ea typeface="Aptos"/>
                <a:cs typeface="Aptos"/>
              </a:rPr>
              <a:t>Minecraft homepage structure rebuilt with LEGO content, then presented as a blocky interface system.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7F0C95FD-31C6-44F1-B785-62BFD29A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448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FF99CE1F-5DDF-468A-98E9-D9843A3A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11B76896-0BF5-44B8-AE10-7A6B6C18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3219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rPr>
              <a:t>desktop screenshot now acts as the world view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D6FC96DD-00AB-450A-8218-5A15B1EE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3025F9AD-014E-433F-92CE-9C623659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6FBC5013-4CAB-464D-BEB9-1990AE71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3505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rPr>
              <a:t>stone texture + block frames + redstone accents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585D5C37-F9AA-4585-B484-4B6112BE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341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C4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C42B"/>
                </a:solidFill>
                <a:latin typeface="Aptos Mono"/>
                <a:ea typeface="Aptos Mono"/>
                <a:cs typeface="Aptos Mono"/>
              </a:rPr>
              <a:t>PROJECT THEME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FDADDF5F-BDB1-4F73-92B0-2FA67653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341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Minecraft skeleton / LEGO content / custom front-end code</a:t>
            </a:r>
          </a:p>
        </p:txBody>
      </p:sp>
    </p:spTree>
    <p:extLst>
      <p:ext uri="{BB962C8B-B14F-4D97-AF65-F5344CB8AC3E}">
        <p14:creationId xmlns:p14="http://schemas.microsoft.com/office/powerpoint/2010/main" val="1977037151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A6A31E-033E-4B04-BDD9-A229EDDF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F7E28-DA54-4119-A3D0-BF2A6057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477AF-AFD4-4F72-B517-087009FE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039A4-1821-43BD-9826-C7C286C8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3CD10-40BA-4A84-8988-0252D9AD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22E32-E227-4237-A58A-DE4232DA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0B0FB-FD3F-4524-AFA1-4C7A5EED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83A12-C28C-4BB1-8489-FCA02B0B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AD49F-3AAA-4FA6-94E7-76921C72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C2A18-2CA4-49B8-BAB0-30C2DDA3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E70BD-C9BB-49A8-B178-5D1E0F8C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7505C-2121-4CA5-8E40-8FC38B88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2C893-1AAD-41AD-A810-BFBD6B7F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A7A2E-745F-4817-A603-040CFEA7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3CF25-E2CB-4F94-815A-07EE4623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50078-76CF-4711-AEEB-1FF17A92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E6D53-97CE-430F-B37B-98A2050E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00A54-D669-480F-BADF-D8ED33F5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526D9-A7E7-46F7-A6A5-7152C7B4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D1FDA-2091-4310-8DFE-BF30BCE5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45CA3-2497-4AEF-9DFF-913161F8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F1CA6-64DE-438A-90DB-5C6E69E0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0E3C0-B988-4847-B3DB-280F781F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19FCA-F8F3-4BE9-816D-7243C59C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98B93-EC94-4B20-B78E-9839670A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BDE798-2526-4160-9730-1155C499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C6A121-9B91-43C7-910A-EC0EA9E3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61DE08-FEFE-43EC-96CB-9E30E267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530DF8-345D-4F61-AE3D-4CD6F2A2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96794D-3381-46B1-B362-1BE32AB7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89B7E-9682-4D82-B6D4-03977622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F295C3-23F2-4192-B783-612C37AF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888054-0B22-4AEE-B792-64E0857F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770E44-8599-4753-88C8-882155FE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AAB9B0-7D9A-4C5D-A63B-502762F6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5185E7-7EB3-41C2-95EC-0246F032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EFB1DA-ED61-493E-AC32-830A0F2D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018C43-51C0-434C-A808-BBC28DB1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C20C22-3858-451A-AC7E-2D11CBC8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A62658-DFA6-41C8-B3D1-B81E1349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52E67A-2A62-4D3D-90F7-57E36CFA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43E46B-F35F-4C79-ADC1-3AED7667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B0F01C-D939-4D29-825F-DE1EB1A2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9966F5-4FD2-43FC-8720-D2543FBC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CF2793-0E97-4077-B8BF-F5003328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80A178-732F-4C93-A640-69E6D6A7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C4EBAD-AEEA-416B-85BC-0046C073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56EDBF-F124-4BDF-9FE9-AA8B2BE3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492E56-36E0-404B-8B73-85A98267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EE8B2D-CBE8-4140-8A95-D071C18E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AD72DE-16D5-4C87-A1DE-0FA987D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C73962-3FA4-4AAC-A046-96FD08BA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E79323-9DAD-4906-8EB9-A8AAB526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68707E-EACE-4CB5-ABD1-CB215EB0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EDCD19-BF0E-4627-A2B3-F3B4B82A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51255B-0A2D-4293-905A-060E956B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661281-B53D-48C1-B66E-31766876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EE4A69-2D52-410D-906E-7691B2CC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6E8803-A8E9-449C-BFFA-6137FCAE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12B236-9719-4100-AA71-99D738D8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201439-A10F-44F6-A6E4-CA5634FF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CE3A67-FFF5-455B-9A9E-81A9B2C4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9ECB37-AF07-4E5B-9CE2-23B00A19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25872C-2A07-481C-A67D-2C6AD2A8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0FD910-3B02-4BEC-B6F8-D1491B8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955FD6-3CB3-43CE-BBF2-73864D5D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F2FED50-B461-4122-BD47-610F661F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D3A384F-289C-4822-9D4D-795519F5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57D102-08B2-4DA4-8777-A91D6E11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3C1079-5DEB-4A71-B18C-E3DE6A93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427444-A12B-4020-9A09-30333B41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4CF2C3-31A9-4827-8403-5EFECA2D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E5E9045-BDCC-49A6-B5DC-61EB1019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EF757D-2DBE-4E32-95F5-918264D5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1A1472-A079-42CD-8392-49D67021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C7166D-A87F-465B-A7B6-2C2EB4B0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E7BA0C6-194D-4C73-9FD6-5453F35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8605021-32CA-40B0-A1F4-D91B1235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7BF1D0-2D4F-4280-8D14-2EFC6FEE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9763144-6FE6-4345-A536-8EAC8CC7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EAFC3BA-958A-4408-8F64-37D2475A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445E8B-30D4-4A88-8E9B-3EFF65BA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D16A913-1FAB-445F-B43A-D2CF8D11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323C139-166F-44A9-8AD4-20086EDC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DD774D2-0341-42BE-A934-5386448D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6EFA58-EA9A-4EA6-99E6-7C88B2C7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0122C6-FD0E-4A10-B10F-1DD9EAD0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9D16AA3-F113-4C8E-844C-1DD6A6A1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F80EBFD-EC83-4982-8A3F-86954CB4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DC5F34-E86B-4C9C-A539-53CE1E8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C8F1C2E-F0EE-4273-B8EB-2F4A8396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A818AA3-0379-4372-8CA2-4C431501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75E3889-C3DB-4C37-B62C-256AD327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E0BCE65-B4C0-4E03-B504-C82CF5F0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0957F34-48B2-4CCB-9754-E67DA822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61C2562-6AED-4D65-A288-1F801050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DA9EE40-C0A4-4A37-8769-B68D985C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F154498-C715-4A71-AEAE-FEFB2717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3C21761-59E9-430A-A182-5A57D810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84E5F6B-8601-4363-96FC-334D7BEC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1223112-5950-4C41-905D-042839F7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D5CCF03-C963-41E4-A77C-2C296D28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57E9ACE-0E45-40AC-838F-6BE6E70C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D625811-2622-4076-AEE2-92EC9097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BD8C4C0-C88B-4D3B-BDE2-6E66FAA1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D977466-4953-4816-B620-CDAA3847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300A526-6ABB-43F9-A6D3-9414B99A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BE9C2A2-7042-4954-8357-AD45D2A3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E125D1E-568E-40E9-AC90-F3F3E6ED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15191FD-58BE-448C-B3E5-5F004E0C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9F76DA7-1340-49F7-9BBB-9B8B7E2D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EAF90B8-0474-4B99-B21B-842A2B0A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96E58CE-CA74-490D-B521-D05670C0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AC60562-80F0-418D-ABD7-06FEF4A4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0ED3803-5A45-4FE8-AF85-114C99AD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37E028D-C373-4183-8C06-386761D0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4A2332D-ABAE-44DD-97F6-EB539658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EC6D0EF-9910-4092-8FE7-34039D43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2F9AF8B-BEC9-48C4-A950-D1366579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24E4551-1793-4FA3-9B86-B31EB47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9A569B5-63AE-4433-B43C-2D19F5C7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72D82B3-411A-4759-846E-D40DF477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4630A2-DF96-4190-B5AD-6ED7452B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DE62BC7-BC74-4485-B732-F29A1952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6D52BA7-3026-4E50-848B-2E9FC2E3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05FB5E9-EADD-4F4E-9059-A54C7E1D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4DB2241-C07D-4340-9B77-B871FC82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74C7937-E013-4B14-A565-B84D20D4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33467B0-C9F8-4059-98CF-2A4E3707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B13D12B-34E2-4690-8E1D-FA6F9C6F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8C45ADC-53E6-4226-8402-63672499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24E2750-395C-400A-9F83-23EBA993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32E503E-5725-4758-84E2-0F2158CC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3A03967-4028-4FA7-8D29-69D7BA5D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C9B1F38-2A0A-4ECB-9339-59DB5503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C417009-3159-4C20-B710-08AEFF82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39A279A-19C9-4EFE-B0FE-7E6E8E06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B51CD40-DA71-446D-BB41-EE0B175F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FD04CD6-A343-4F80-B98F-1EA8AE1A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A2262DC-AF71-44C4-A080-B3589FB9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B2925E7-CCDA-44AC-90A3-3BC8966F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BD555A3-630D-41E4-A938-0F2FDFBC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3DB7CF1-421D-4EF2-B53D-B0DD2D82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7967211-DBDE-4CE2-9A5F-5C8F98E4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4DB9023-25D2-43D0-8FE6-454A0DE9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0E35770-4DEE-410B-9D3A-58883DA7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5DA5AE7-4C15-4776-8D80-714897A7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C53F9C1-CB0A-4722-831D-8F8F94AA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5E80FA5-FF86-4CAD-973B-58ADEB28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95B8538-599E-45A1-92AC-5ED6AFF2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DACDD52-762F-4CC8-A54D-37AF64CE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48AA420-555C-4812-AD34-74856B38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8CF24DA-8D0D-4B53-B635-E6818BB1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42DF9EB-114E-4C98-86E2-5FA6A8BE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E653D2F-326E-4A9E-910A-A1B3843F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E5FF705-87EC-4D57-A18F-27CC26DB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415B3D0-AE87-4D79-B4EE-AB21F279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3158EC8-7CF2-4CB3-8425-D5461532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62DF69A-8567-404D-AAD0-58BD7B63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3CF8DFB-3C69-4889-8B29-507E4D0D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B89DE87-DB9B-49CE-8C17-9005E32B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6B15BAA-01F8-4790-A252-7ECDC515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486DBE6-6521-4E2B-A85A-C9A67D06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23F67FF-CB90-4355-BDA9-BDC6266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812F1C3-78BD-47EA-A421-0F62C10F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4107556-0F30-4B52-9FFB-714369B9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337F89B-0C19-4133-8571-E8CADE26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00D6D20-65A1-4880-9C86-FDF84AC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A8F45B4-BA99-42C3-AA47-EC0C5DE3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F007318-390A-47E4-B189-7D16BD64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9DA6D6C-32AF-463D-B230-82F9E9FB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DCD4FE3-9CFA-4835-9188-94663205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19D62D0-8C30-4987-9BB2-F83FB14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56F4EFC-19A6-465A-9B44-C14E032F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9B78B82-1696-48A5-A0EC-A8139BAD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034830C-40EE-4725-99CF-4C82FB46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DFB81D5-EC68-4E01-93CB-A5C0DA5B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BC3E0B6-085A-4303-86FD-046837CC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773664C-556D-4D22-8C68-713673D2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3876520-902A-40CA-9FD1-673A3EB6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EDBA9BD-DF4B-4A61-92BA-F54C339E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6113938-31A0-4B13-9B5C-6CDCAA76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9F05192-00B3-4E50-8A5D-EAB7AA41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2746EA5-787A-4090-9C3D-7D848AD8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21559D1-B8A0-4581-92B4-6E122328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40DD593-CD73-40D8-A42F-C23303C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31A3450-ACAB-4EAF-A7FA-84F7203A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02A556B-21DA-4E2A-AB33-EC96C19E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1E4DDD3-D093-40AF-B8A4-D3C651D7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8C4209F-A7E1-4BA0-8027-31869625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2766A7B-F203-4858-821C-3A87C4BB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5550D9B-B60E-41B8-ABD2-01A7994A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BC35074-9464-4CB1-91DC-96889A4E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57D54D3-763B-4DFF-8EB6-A31661CD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93A0F4A-BF9C-439F-8639-46CBB462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8416768-6CA7-42FD-AC0C-F6200A5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1A8ED28-A569-4A66-9AD0-CEEE079F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750779D-61CB-4A3E-A22E-A0E7B03C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3D72DCB-8761-4A59-9F68-8B4FA329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5A074B2-8968-4471-9040-AEFD6BD5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A57CC87-F398-40B4-9498-346AAB9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2F45D7E-65C3-404F-96CE-98C47FEF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E11B5B5-D747-4828-847D-250F3783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06D0F28-DCFA-4EB3-85C9-E5726A8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328F2B1-17A9-450F-AFD1-A33BA1D9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A8EB2AE-1ED1-4DAA-89B0-6386F93D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6BC7C1E-3D93-4A7E-95A3-2314E7A4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4B8ECCE-43AE-4CC2-8E51-C33CD35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4C1F34D-70E3-4D3C-B260-18FFA85E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86FB1DFC-B1DC-40F5-B722-42E66BE0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059420A-8A1B-48A1-BFCB-5313F859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CE10ACA-8E21-4212-B3F6-9C0E5A88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4E4CA07-8CC7-4105-B914-3DB783CC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FF4E205-BA54-4EEF-88CA-4A0C4A3C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A095EC6-3553-43AE-9B8D-378EE568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C3B3F56-D2B2-46ED-B688-E178E954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1AA0020-9F8D-4EDD-BAFE-6A2A4BF5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83101B2-8114-4068-800F-B08C42B0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5056198-929D-49C8-95BA-56DCCCA1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4D4E308-44D0-4FC4-9740-F64EA542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102F308-4A54-42EE-9E31-94945DA3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DD179571-9560-4BF9-A8F6-6F9845C8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A551306-96F9-47ED-ADC5-9740D9A9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0CF3A1C-0C0E-4373-A6B0-49E485A8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F56DBB2-E985-439F-932F-30B0800A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AD93DCE-7E7F-45C1-83BB-524D12D7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A695046-E69C-4232-AB14-4D8A5F92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F19F6962-980D-4929-B418-5118EA5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4872624-995A-435F-B049-05BCCF3D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41DE2B1-9438-4FC5-ACEC-4A696171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1E3703D4-BEAA-43A8-B267-8A5B9BAA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E33B7A9-2644-41DD-AF70-EAE9FB97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E77AB1E-1093-4BB7-8BF2-EA7A5E3A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47860FF-D5CA-4B52-BF71-E4DF4916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2F74053-6D8E-47B4-9F62-F7F69BD4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AB104EE9-49B5-4915-99B2-3013BB6F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4FA0B03-268C-4B16-8715-26D4A1DC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C49F16A-6117-4F52-8025-BD6C8E50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B4A5B4A-566A-46B3-A8ED-380FACC2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845EE148-CB0E-4F44-9728-78905229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719D82BC-3065-45E2-97E2-28C1101A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84C9AF1-A53C-434C-8A13-476FB1A4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BDA91C3-21EC-4BEA-B69E-8154EA4F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3E29FA7-5E4D-4BD1-A8D6-7CFD6A81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4BC5673D-D0DC-4977-B4B5-1FD904AD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1AB7155-69C4-4E60-8D0E-08D05C6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68FF0CD-4C95-48F6-9003-C3367356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532FCEE-164D-49C9-ACB8-E993731A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AC31B6D3-CEFF-4B8D-9700-AE564A62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747002E-931B-4CF0-A02D-4112CB1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2608E89-714D-4367-811F-AF6B8CEC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9A33447-9CC5-4E8E-BCC9-FDC5EEBB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5C1A3787-4395-4762-BEEC-82426688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06D683B-6D6B-4214-B2EF-D18E6677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2C110BC-9C1A-4A1E-899A-CB180160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7FD8110-689A-4239-A425-BDC3CC2F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6C8CCFC-1FC9-463B-81CB-C90DD0F3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AA46BD2C-8A4D-4251-B330-B8F46CAF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58039B9-351B-4A09-B428-BC8C9AE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333CEFD-2988-4A4C-8C29-869C745F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F79241E3-B47B-42A1-A179-EA05ED80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6149886-2F19-4D12-8BBF-BA18E84C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C64F64B-C5B4-4F02-A7A7-875CDAF8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095583A-6656-4F86-8DD6-1D538923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9048058B-4FF7-4D3E-BD7C-62133D1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3D64A1E-017F-4274-B1C5-560E9683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86B4136-B046-4815-96CF-E13D1F9D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A8F9627C-9ACF-4CB8-87C0-F6B6B939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EC212EC-8C56-4F10-8E3F-98A7F75C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FE1231F-7319-4014-8127-475D235A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D2E61EE-0349-440A-9061-4C99C86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EEC8AF7-AF0F-4ED9-8DFA-36E4A4A6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25CC9D1-ED5E-4619-9D01-6ABB2913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C5CC2CF-05B7-4542-A366-81F1AC89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238560BF-255E-4713-8959-8045F24C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A40374D7-C185-401B-91F6-8C58BE15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3B21986-8ABF-4E8E-8E9B-8777A2EB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8FEB3621-1ED8-438D-B100-220DCAEE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D0A09073-A165-4FB1-B6FD-51AECD3E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14EBCD21-F04E-4E66-A589-AB54691D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00E4B2DA-4607-4E9C-B664-C63F67F7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B666D605-A96A-44E9-AC8C-BDD42A5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E59484E2-1C08-4281-A77E-7342BDA6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873C1EE9-04A9-4F4C-A890-2427CCF0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18213925-1E6E-40CE-9843-C8619EEF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75CADBD-9AF9-4E31-ABA2-80B7881D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144364C0-9C8B-4E41-8598-DDE993BE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F04F62D9-86C7-465C-8608-EE25FA01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4AA02F7-7B88-451E-9DF3-4FDBAB91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1FC9783-EA1F-49B3-A6B1-4DC8C322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1CA52069-F9DB-4D13-B6FC-450BE5F6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CF34C70-7545-4A9E-99BD-435BA76D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565D4C6-9EF2-4943-9473-032CDB39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D5BB96F3-0767-4448-ABD4-5C847A28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83102395-D2F8-4386-B78F-6857D360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F49A167-1894-4506-AD16-1A185880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3FC40A62-146C-4D3C-8ADD-B27AC6F4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50F0DDB7-F101-42D5-84CE-435F72ED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C932C17-0B3A-49ED-94D2-29DB46D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208FA0AB-0197-4EEF-859C-8270EA36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2C9D8E84-85B1-4D42-B11F-2A3C0C6E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715BD30-0AA4-4FB9-B069-4081E6BD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FDA439E9-E39B-45DF-B32C-7F98F334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57F71AB-012F-4D7E-94B4-52C25868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E5E2257-B108-4BD4-8379-3425597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2C06E93-2ED0-4C39-B38F-1CA45C3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24B778F-075F-4D91-8C10-A0D97939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B08F6C29-1761-428F-8F14-12E15725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9BC1080-03AC-4E99-BE49-5837961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92734098-ADA9-4158-A271-6EC1DBCA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FF8ABB1-D8DC-45DB-A40E-98FC58B1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10E1C045-28FC-46F6-A28B-AD621412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1688CD3C-C46E-4F97-9A0E-AA81324E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55C54D7-AC80-435B-888C-DA955B2B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A663698D-35B0-444A-A3CE-27D4FDF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1F9B91CB-FC55-4827-9442-9C65B5F0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00140F20-F185-459F-B95C-CD1C2952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F654D29-1000-40DB-900C-A9857413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281144F-5BCE-4BC8-A0AA-B4694B95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ED82E3F0-D923-4242-8CFE-9D6C9967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E8BE3BF8-9373-45BA-B3CD-17A29CB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601B554-E115-4705-A6FF-DEF88403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C15267A3-4F55-473E-9DED-FC86E02D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9C4F4843-3921-4F52-8C42-ADEF7F28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6D5E973D-78AE-49C7-839F-D961788B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588DB8A-3675-43AF-B46C-22831769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E152492E-133F-4877-BD87-9303C977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8FDC0CD-55BB-4F01-B2E3-70750083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AAA0710-D042-4022-871D-6B229A00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42FF4A49-CF3C-4313-B152-F75BA4C6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9FFB7A36-3ADA-447F-9960-EB4BE42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2422170B-44C3-48D4-8A02-8C178A1C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F309F3FC-6469-47EB-B470-1B5356B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5C683F8D-C879-49EC-B999-8DD3821A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71355236-F173-4D7B-BF83-E2D409EE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DF1C8B2F-65FA-4AA2-B3E2-2C925AA6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CA04B773-41C1-468C-8E61-1AFD138F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DD35048E-7F4E-4F5B-AECD-BBFBFE4F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2F0A320-FD71-4361-96E4-0EAD8F74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530486CC-847B-4D86-9490-BB0E1B7C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52423E7-754B-4021-8FAF-76B5A10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2FD00981-FCB1-43BA-9BC8-4AA6BD59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D311BA09-B7D7-46EB-BF75-CB8766C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408F6ECB-49C6-4D7B-BF4A-CE712AA4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2F9A1AA6-58AE-4035-BCD3-52C8E448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C087D341-1F21-41AF-BE4A-CC9DB2CE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81CB7FF-2781-4ED9-8E02-173BC1C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FFE596F3-7DA6-4FAB-AC0C-77F666E0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1F29F57-F1B1-464D-95EE-72DF0969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8601CA6-8E9F-4FB7-9D5B-5CB82DB4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8A66B6F4-5AB8-4AB6-812E-2CA004AF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00F144BA-395D-445C-83D8-D9A1822B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74852E47-ABD2-49EF-B262-AC9F889D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6C1E7593-D28B-4805-9BBA-5DA30070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D726A98-A075-4458-A1F0-28DC0F9C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A946B601-3EAD-4252-90D9-C27EBBAE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7891C63C-A76C-4181-A8C2-EB640711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226F3E36-B4BB-44CF-B210-C7D453DB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0C032449-5E31-4464-AF42-960C9D84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0EF0772B-CF79-4DB0-A0F5-D3EEFC22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74BD9DF-096C-4921-AF30-A3863317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B2135FAC-6B39-4475-8E7F-58671AB8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71BBEAC7-921F-42D5-A6CD-E9FAEEA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5E70DB18-8340-4259-ACD2-B213D62A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6AF4AB3A-2EE5-46F3-A0A8-2AB70500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4DBCB272-4DCE-448B-A16E-3098C4E8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50D71491-DED3-49BC-B311-47AE1FE8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4CE6923D-E79A-4EAB-B9E1-8A9C4ACD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C91D779-E0FC-4F2D-9BD3-9426E124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5B98A1C8-AD3D-43B8-B9C9-B62DAD53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A4BBAC7D-6CA6-493A-BF43-C9F6A1E3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208141C-44AB-491F-977E-F4805236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9BF8A519-7E5F-445D-ACCB-E5F9E8F6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B6DF64F9-453D-4AF8-86D8-BC374C89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A54FD5EF-3F9F-441E-BCA8-BA6BECF1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DB13ADB2-4096-4E9A-A19D-2AEBF5CD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FD80363E-90A2-4C80-BA68-328DFDC6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3A8D3618-6FC5-44B8-902C-B103D6A0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5558E73E-26D9-4934-AF93-BCA22DB8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0F56234-68BF-4983-BDAC-3D042033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C7C79ECE-DEDC-494C-ACB3-F9587E62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B570551F-84C1-4382-B76A-5414B567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FE5AEEB-3823-4FF2-BAEC-D6BBD786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1D677961-BCE4-4EEB-8644-1280BBAA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90C40C7F-48F5-485E-AF78-54022E44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B56627D5-EAD9-4221-9D50-8687D6D6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975C16D-8D0C-4CA1-A9D8-E0171C18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EAA6ADF-432F-48E3-A3B3-4A303EA1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BAE1C199-C50E-43DE-9B21-26CFD0B8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0E9A6D9F-9BC4-4E04-8C63-97BD1B18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4C224468-B1D5-4A75-85D2-6A8385B5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92633BAD-A0D1-433C-8FAF-3A2A6F82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21A445CF-D3CC-45DE-997F-320FEA02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EDFD551E-759A-43B7-BD7B-D6032C3B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C38FB631-E2B1-4CE0-8CBB-418AE4F9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21244DB8-3C61-4549-8139-0A8FFDF1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D1F8CDE2-9E70-48AB-93DA-2E36DAA3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B39087F6-63C2-4BBA-ADFD-2AC48B5A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56C57131-D7D7-4B05-B2CF-EF2D2D89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50D3F41E-5574-4E28-BF03-D97A9FA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789D8AC0-2504-46D1-A6E0-0170C68D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A3545E2C-758C-4963-A79B-DF9665A3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58255C1-00D0-49C9-861F-DC94BD46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A378B7C-8293-4D1E-91B3-5BFD625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E3094C2B-2DED-490C-A35B-027546C7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2B198A06-5A5D-4EC8-9BE7-9639FD6D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84F19449-59D8-485C-AB30-1B695C4C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09A87FC7-0E4E-4604-B773-00C79C3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9069A3D8-ACA9-4FEB-A022-ECB43E83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330516E9-399F-4104-ACF0-497B51BC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3E3D1E46-17F0-4BA7-8704-7E61A405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726E7C94-8797-4E49-B30A-CC01E835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33F5F16E-EB7F-4DB3-B44A-D941E2C1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85DD2356-707D-4A13-9188-92FA661C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7F2CDCD1-0CB8-4C3D-AD71-0FDB37AB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1150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15D4D4B6-98AB-42C5-B09E-A724FD9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MINECRAFT -&gt; LEGO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74D75C01-8099-45D0-A8E5-3FBC2135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6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reference map</a:t>
            </a:r>
          </a:p>
        </p:txBody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431CA926-C63C-4110-AF04-B267D148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same skeleton, new content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A438A5ED-014D-4637-94AF-C7EECD67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762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DD0343A4-109A-475A-85C4-5B47FDD1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rPr>
              <a:t>MINECRAFT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199E2A06-05AB-410F-92AE-91DE2030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rPr>
              <a:t>TO LEGO</a:t>
            </a:r>
          </a:p>
        </p:txBody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5F8B81DE-D878-44EB-B341-8C26D09C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3638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The presentation shows the source structure first, then the LEGO clone that keeps the same homepage behavior.</a:t>
            </a:r>
          </a:p>
        </p:txBody>
      </p:sp>
      <p:pic>
        <p:nvPicPr>
          <p:cNvPr id="4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b24f6ede34a42"/>
          <a:srcRect xmlns:a="http://schemas.openxmlformats.org/drawingml/2006/main" l="20890" t="0" r="20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1066800"/>
            <a:ext cx="3238500" cy="4171950"/>
          </a:xfrm>
          <a:prstGeom xmlns:a="http://schemas.openxmlformats.org/drawingml/2006/main" prst="rect">
            <a:avLst/>
          </a:prstGeom>
        </p:spPr>
      </p:pic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9F484E9E-8080-4B3C-B8FB-E61AA793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668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F7F0C0F6-1EE3-499B-BA08-49746A80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10175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7C7C685E-AC64-4543-BCF7-B1A5368A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66800"/>
            <a:ext cx="285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C4E00C52-CCE8-49B1-814D-6E2A3770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066800"/>
            <a:ext cx="285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2075D9B3-68E5-42A2-846D-D1B818E8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0096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A4D80F0A-0267-4208-9AC5-0D162D40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00965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2E29DCE6-B2FB-4A7B-8BDC-479287BD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387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AE20694D-E272-4924-8599-5DECEB64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2445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40b59d95d4035"/>
          <a:srcRect xmlns:a="http://schemas.openxmlformats.org/drawingml/2006/main" l="20890" t="0" r="20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1066800"/>
            <a:ext cx="3238500" cy="4171950"/>
          </a:xfrm>
          <a:prstGeom xmlns:a="http://schemas.openxmlformats.org/drawingml/2006/main" prst="rect">
            <a:avLst/>
          </a:prstGeom>
        </p:spPr>
      </p:pic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DE88FF9B-7800-4863-B70A-E528ADF4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668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59EDEA34-FA5D-4FA0-A68E-3C69DF36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0175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53E1C90E-CC6C-4E2D-A806-7C82A516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66800"/>
            <a:ext cx="285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3BDE19FC-3D99-4D9F-A1DA-BD0E3205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66800"/>
            <a:ext cx="285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24A7A43A-D3F1-4B4D-A589-FFCE5291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0096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770D1CAC-0629-43E3-99D5-A3F08F7E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00965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A0FCB0E7-2396-4A4F-BEBB-C334F266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2387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C57C1D97-4888-4B44-83FF-A8C238AD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12445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BEA371B1-F84F-46BC-9DA5-936C6687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A8258201-61C2-4CC4-AEF1-9E36BADD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38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5343403A-1761-462B-9AC6-409F52CF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3C8B28B2-D80A-4022-B957-298DFFF0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432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CAD72839-9EE7-4B97-B195-91C8754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76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0474CEA2-56A3-47D1-9ADA-060E7B6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11927C5C-CFEA-4365-A1EF-6D3C7630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14675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B7FA7B38-CAA6-4B0B-AA4E-78A37F72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6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8882365F-5D17-47AE-829A-1B33312F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4D444A5F-6E1B-47D7-AE4F-2A3683DD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14675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CBD1FC14-54BD-4928-A124-7FC889C4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76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AFC5B7DA-1702-4CCA-88E7-960C1138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AD0E011B-43EA-4D37-A4EE-4702E125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432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0459AA15-A9D6-4E31-86E3-E2400F29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38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8B85E5C8-7E49-4DF3-BF1C-62DB43FE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3F5DB3C8-2A26-4552-9E93-4B9B011D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80D4883F-7460-4BB0-94A0-18378AD3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38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6269535-37C7-4DBE-8C3E-E715E2D4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4DF3922D-62A4-49E4-B4DD-50FB1CB6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054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A3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47A32A"/>
                </a:solidFill>
                <a:latin typeface="Aptos Mono"/>
                <a:ea typeface="Aptos Mono"/>
                <a:cs typeface="Aptos Mono"/>
              </a:rPr>
              <a:t>original minecraft.net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E698F3EC-D6A4-4E55-B256-F53439D3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054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1B2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51B23"/>
                </a:solidFill>
                <a:latin typeface="Aptos Mono"/>
                <a:ea typeface="Aptos Mono"/>
                <a:cs typeface="Aptos Mono"/>
              </a:rPr>
              <a:t>clone content direction</a:t>
            </a: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D5AE348-91A1-4896-9108-7482D95E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19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1E21EE75-F6F4-4E48-A3CB-CE371240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62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1DA5229D-E8A0-4ABD-AF34-B38500C5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24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C5B6FB09-2E04-4C7C-816D-0C07F7FD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33875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9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D64B313E-F920-497A-8FC3-F02BF888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5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396BAC39-AD6A-43C7-8BD6-A497D78B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6455D59-7CF1-469A-B524-056A44DD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95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9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15C44CF1-EE6B-4944-A192-8ADDD5DE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A4B154B6-EA7B-417F-9220-C1C11969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38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51DAD5BB-92B8-4FAF-A9B0-98588AEE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90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9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F61D55C7-BA6F-42B4-9D5F-D44AA6B4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9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C61A7F15-C13E-45F7-84D6-019320E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81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67BD85DB-E3E9-4C7B-AA14-E6F9AF17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00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9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444F7274-C9B9-48F4-97FA-AF9ABB2C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4959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5B5D8791-D1D2-403C-9887-F9088F46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067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07DB7A49-5F9D-4908-8563-D88210F8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9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903935EF-0CE5-4489-9F7E-55517E8C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09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3840479"/>
      </p:ext>
    </p:extLst>
  </p:cSld>
  <p:transition spd="med" advClick="1">
    <p:push dir="l"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B2AC57-75D5-4995-8C1C-06904FE2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D739F-A4FF-4122-8E66-68AC179B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10D54-A8EF-4031-9D8A-AD537176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A8B7C-3FD8-4BD1-80A5-67B908B4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06EA4-BB24-4D0B-A18B-E02C2B84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7ECEF-2B9E-40AD-8A42-EBB18821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BC885-110C-4FEF-8318-D76F2341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AAB87-B2C9-4319-A2D5-7634B46F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819B5-9A44-4F86-8BB5-E4A1D464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893CA-CA98-47D1-A9B9-009DD434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071FD-BB69-4FC1-BF81-1D53E465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A56B7-3845-4DFF-8F8C-BA1F3CE9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2CC57-CCEC-43AB-AFE2-713E9178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C86E7-E6A5-42C7-96E4-E46EE662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566DF-E219-4E3E-B4D8-ABEDC235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6F21-D5EC-4542-8217-C47AB1FD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BAB54-FB85-4428-AD80-6340F9DE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C8FEE-904E-4B63-8FEB-B52AD9CB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49F24-4788-4370-ADB9-1816A860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12FA0-9DD1-459E-BD4D-BECC5802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0A91B-65B4-4DA9-877E-E2507E08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A0EF3-DB7D-4ACB-A7CF-8DB79C20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7BF8D-1B5A-41C9-9BFB-AC73F9CC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F4A8C-C6C7-46B9-BE57-2B4F8D48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265D6-CC47-403C-ADC9-79CB4D5C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01B03F-E675-4324-AF6F-37E43C9D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C307DC-230D-4B37-A362-F99BB929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C77C36-9958-4D0C-9953-EB431747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159828-0D92-40BE-AD36-117BE7DA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9314C-D3F0-4689-8BDF-1F37613E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882DBC-95DB-4105-B463-EFDAFD35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0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BDAFC-F497-4370-8839-5B9F9E52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10ED4-B5F8-4C39-A131-7BD5344E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B3DDB-C903-4B8D-B6FC-B4DF79E3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783A71-7906-4F6F-B9BB-C4602B44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11E20F-0197-4DDE-AEFF-4B4116D2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559E32-2A27-4E6F-A626-CDEF67B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BA4AC6-8BDB-4ECA-A519-C164F361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847670-B932-4978-8961-336C12D7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411B4D-56DB-4F8A-8B6B-613410B0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B0DD05-7EE0-4787-8062-B9A33B01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5E2995-F075-43E9-8C16-26D5B222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C57702-EA8C-47E3-9B2F-B1306DD3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C16990-2E3F-4AA3-98F9-5587D3A2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7FD2AB-3BD5-4A95-A659-A01DFAB6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41544A-6C5E-46F3-8FD9-20281B97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767899-321F-4DE0-B0FF-A68CFE4F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22652F-1370-4D30-AD52-6214094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38A711-C663-410E-844C-00327786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E7E970-35AE-4AD0-A428-43454E96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0CA17A-6547-408E-98FE-57246790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5F124E-C952-4791-BFFD-C5884573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C7CB9A-4017-44EC-B246-5F3ED46F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FC89A0-0619-4A59-98C3-3D01312E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A96808-F27F-416D-BA54-40F921C7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3276E6-812A-48DE-A123-E45AD24B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9562CC-3FD7-4204-BE02-2E8E74F3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0C092E-D838-44D7-A85A-E891CB5D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CC832B-CCD3-4627-A130-657BA1FA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244753-6454-4A11-9390-918AF48F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21EB3C-53D8-412F-93D4-2B0F4AA7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935F45-5440-4829-8BCE-E95F27DE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E53AA11-F6FD-4039-9370-127D0F0C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C6156C-7D33-4684-AFF7-9644D2B4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4472FC-D275-4096-B435-F9DE4238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44D7DB-1D86-4DFA-A4F3-53EFA807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EEC727-8F3F-4878-B2F3-D1F33990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135AD41-FA75-4A6D-8A14-73FC6706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C936D4-AEF4-4A49-8289-544CADCA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914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C536E8-1A2C-487F-AFA8-DFF487B1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AF85B9-6D42-4BF0-B16D-AEB3AD7C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783EC6D-6276-4891-A2E1-D8113CA7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6E5486-1CF3-4DBE-BEC0-A2AFE91A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7E6532-042C-4B94-9453-455F833C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84EE7D-6D23-4034-BA7B-1262088E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159F830-92F4-4301-9FED-5C89A9F2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71EC6F-EDBA-419E-AEB0-7608FE33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039228-A248-4F53-B62C-84227657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08DA7A4-831B-4486-8CCA-BD91D4BA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D575322-0B8F-4156-A015-F74ABFA6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5FD6CE-7A84-49EF-8BB6-617ED19C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83CB98-BB66-4C11-B459-EE94E55C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81562CF-4740-4E3A-BBEE-944BC04F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EB52CD-55D3-49D1-9DA0-F6DF90DB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390005-20B9-49B4-AA6D-562F8C2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0561375-F1F7-4837-89B8-56E432B7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12C892D-02D1-4655-B5AB-3080BE7B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7AF9C39-D7F9-4C6B-8CEE-0ACA57FD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219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B93DFA6-4BC1-4788-B8F0-560029E3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EFE42F8-4738-4B65-ADC8-019FDF5A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8C39A5E-2A18-4D55-87E3-DCB0180E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A861B24-E6A5-4527-A7C6-86FE1D9B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FCC8E30-1DE4-4AC9-9FB6-DED5800A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C8BB88F-092C-45BD-A9B0-CC8D052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078D6B6-17D1-487F-8A45-CB6F8F1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DB3811-B903-459F-BC59-14534DFB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461E5A1-B9EB-47F7-8F21-B5E52BAE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E675A0E-6B6C-4FCF-99CC-CA3179C3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E1C41EC-D988-47A7-80FD-F6C2BE89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932BD64-EA77-49FC-B604-84726A1F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E2F16AB-6454-4015-9F53-BC00D9E6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195D0BC-520E-4D92-831A-47242712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EAFCACA-0920-4ED8-BC46-22C6F4F3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43831BB-5FF1-4E88-97F8-A4837CD6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0039E08-F190-4126-BF64-750832F9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C40818-325F-4EDA-9A14-C1C35A82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9BA2104-7560-4C98-B626-C2357ACF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3941375-A68C-48EA-9A4E-F3E5E832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27764B6-A664-42CC-B5D6-77BA9D2D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2B8C1ED-EA52-46C2-BD5C-B29F1181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DBBC87D-A33B-4EE6-87EC-63D3C44C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AA32F3-3E4A-4CEB-BA0A-54905243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52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6C8F045-B484-48FE-BCE2-7D8F17BC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A622F5F-2F2C-43FB-A3A9-3D63CF09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58EB476-2BDA-4E69-A410-4BACC3B7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E04C01A-5AC4-4A79-A399-FA92AD59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BE9CFAB-ECF7-40B9-A05A-6E1130BD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4075619-9FA9-425C-812B-A633E223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EC29C96-AF22-488B-8DA2-96AC85A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3E87D0C-9BAE-477D-BE2F-1E4B8E80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59D2703-C2AE-4A29-BD16-2BDE1CA1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A9C4402-8A3F-46E2-A3C2-22788AB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A898654-D156-448D-A459-1C6AF527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EC5FBA9-D676-49F3-A22B-DF806760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FDCBD0F-66EC-43D1-959C-19B63B96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3FBE311-5006-4633-B783-79B0776E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5F664C7-8397-4CB7-8242-904B8557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5CF6C2C-9A6D-4A1A-BB49-3B04018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DC29A45-FC5D-4CF5-A5C2-7499FBAE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A080CBD-E2D9-4C4C-A1AA-36088747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28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F9D3A40-4D1E-457D-9473-F3C84350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ED20663-E411-4B77-AF1B-42EB7738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2F897CE-E832-43B7-A93F-882A4E5F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91B97E6-6F4A-4F59-8190-74C50132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A39C5E6-9202-4B4C-8329-76BEB0B4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AF8C3A3-ABEF-4C26-8E7F-6E95FEB9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01845F9-661B-43E1-B645-3FDA6433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D771C27-247A-46F1-A9A7-71AD410D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CB010F0-3451-4542-BC25-8C6CEE84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41DFE4D-6A2E-4FD7-8B8D-04359B76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1BD7D38-C920-4C61-A0FC-6B042E42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0192F65-502C-4560-897B-01B46F7C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D570F4C-30B3-45F0-9A33-C5F0EE2F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CE816D7-662C-4B12-86A7-3F71B793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4E7E0F0-44A5-4D04-B3DB-ECF1FFF5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1FE91B1-71C2-4957-8E82-FF04D5B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BDC1E45-7FCE-4292-BCE8-C35506A7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189F0E5-BD71-409C-91DB-DE0805D3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4689446-B096-49BA-8079-F5FE5B28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9481D6D-A1EE-4A78-A0D4-9368DB30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133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7456FAB-5CBC-402D-9311-289B6433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6B12740-F362-423E-BD47-F74FE4C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80FEC20-DB41-45C9-A995-1AB7DC00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87B188E-B8EC-4D74-B0D3-5BB32503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F1DEEFC-E174-490A-8B9B-1AB7E104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E118718-9FBD-45D9-912D-BB300A07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D93C9C6-9F2E-4572-99F5-59BC1B5F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4EEA89C-30DC-4788-99A7-5A66F432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3972C53-EAD7-4FFF-9FEF-2CF202F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FF702CC-9074-4FE5-8E4B-3EDCBAA4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73E2EB0-EC4B-4770-A77D-CFF7DCAD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C89B4CD-E97E-4700-B352-D166D75B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AB58310-AC32-4D91-8C6B-47A1867F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FB637F5-5AF7-4A85-8BE7-77822F49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D9BC241-04FE-4FCA-AC3F-16B8FB75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10F5361-E8D5-4128-899B-0660A301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F8700B3-A3EE-4A93-8E6B-5562FDF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0C65E37-E429-47BB-8CF1-4E5B1B7C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7184280-ECC5-4B8C-9395-3EBCACE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438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BE650DD-162C-4616-A276-59D09C4D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D414097-F107-446B-A6C7-FD5B885C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29973BB-E018-40AA-B22F-428A5856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FF807F3-1AFE-48F9-891C-044AB98D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631D381-7711-4225-A240-CD8B7FE3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9FBAC47-773D-47AA-ABDD-C2D47DA4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5CBD20D-255D-4A28-87E8-6A0E1A9C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604E5B9-04B9-4D5D-BFA6-40CFD8C2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47ED2A1-EE8E-4207-A080-510D1A9A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155EBBE-82DA-4B61-88BC-D2DEC25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4815594-0A3E-423B-BA8F-4BF9AFF9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8C80DF9-85AD-4474-A974-11F71294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4177C2D-7CF0-4C53-8E81-3559E20B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867DA80-3E4D-4F79-9E85-E0ED0FC5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8A5D435-8635-44A9-BE30-A35D162A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8761BB3-860E-4F53-8C4E-676FA50C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43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7EC747F-75A9-4435-A771-C2878177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2EE63E0-B950-426A-96DA-5CCD701A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EAD2981-C703-46CB-910C-D917812F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6B2396B-098B-42A0-B0F4-860BC2DC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B99EFBD-EECB-4062-AA23-65743460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E87030D-D17E-4441-A3D6-9551F5A7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9D34BB5-8EC4-4DE1-ABF0-6A5FC481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F716017-1B53-4E7C-8FDD-525E2CDA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65B466B-1945-4325-B5F6-53D07F2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53F3089-C95E-473A-9FB8-015581B5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4A459A3-2850-472D-8F2D-1BF99735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BEFC249-D98C-4599-BAA7-242087B2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3E40D72-6AC3-4A43-B01F-13C8165A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EF49C62-40B3-48C8-9C37-CB02C84A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484D330-CF93-4419-90F0-71021821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0BB5724-0619-476A-B14A-24F85B20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37F7D26-608F-46D3-826E-BFD23081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7C8F218-D86B-41C4-9919-D8CCBBCE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A627236-73BD-4ED6-A10D-5C1F50DB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048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4108F5D-9657-48E1-92FA-FEEFA8D9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A2834FA-3EE4-4E41-960D-56FD207D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E10B882-B260-4F2D-A5A6-55301B8E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D2F3BB1-30D3-471D-9140-41473881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50B0607-9A5B-4E57-99E4-32D25D8A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D66B3CA-4623-4B47-BF4C-84DD6B43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A4B5879-398E-4B6B-AC7A-5F33A4D6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88B32F5-4142-42BD-A36A-3875FD68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7ED80FE-2F85-4928-B171-CCA9C936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3522770-498F-434F-A1AD-BB697DEA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A3369AD-C97E-4179-8878-07304F02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BF9FC164-9423-4050-99CD-E26728CD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6CCB24AB-8025-480F-9293-712AC5F2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F9BBA199-7EFD-4CAB-9A93-C661E701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22FB65D-36A8-4DD0-9C73-E845731B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BA4CFF8-ACF8-40EE-863E-ECAEF1DF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1918D6B-929C-4B8B-92FC-9AB85368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D6AAE92-2C8E-4F9F-8CB9-E7B5A54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AE2654E-94B3-4C4A-BE9D-40251F67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5EA600DC-6CB1-4E1D-BEE8-1AA06C4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8215BBB-2293-4419-9E0D-467929F6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3BEBE3D-E404-4C20-BE5D-DE1DD8BD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B3B8707E-F492-4597-9D78-E8DEE610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DED4F6A-C4DB-45A2-A538-50294E8A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A711FC0-5969-49FC-B0DB-3EF36E05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CA203082-8094-41E7-8A3E-E4A86B21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E5D7512-CB34-4EA9-AC4C-926F5606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6587BD6D-1A54-4E36-84C8-CEEA849B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AD171E7-9ABB-4519-B023-B86A20E1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BF234A5F-22D0-4526-AE3B-789095FA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5AA9414-DF1F-45ED-897A-E8495745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15BBF09-0A67-44C8-9618-5C371007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AEC3CB7-CF0C-44A5-B43E-655869FD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3216D24-92E3-4011-84ED-52967F1E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7259F8E-C517-41C8-8956-1C022E95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8AEA78F-8A73-4C4F-8C90-5CB44DB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673DAE3-15CC-42BB-A4B9-F4B83C7D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30A78EB-36E6-4A03-AB43-552661CE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57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413B59F-A500-4985-8DAC-ED22EECC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F203202-EDEC-463B-B10F-C36F4A27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8476FED-C5FA-4E28-8B54-565C37F0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74666E65-4686-4E72-ABDC-C6DF6C0F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DD96310-9F17-4062-81A4-662D9758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464C038-2CC0-4FD5-A0AA-819CCE48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DB7B8FB-9D6C-4D11-9D4F-80A9D3A3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6D6A9FC-6CAA-42BA-8D59-6DB4E9CA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3BEB30C-7307-4576-A851-B1C7223B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49FAB9CB-A50C-43D0-85A9-73A38E47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DAB4158-6164-4B8E-A188-3B2150DC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2E2F9E3-B52F-42B8-B85F-CAAA5CDB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7292C68-5854-4D4A-B00B-981B8D76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9EAE237-837A-4275-B30B-5A342F75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962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2E2510F-0FAB-4430-A0C3-3C07059B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FF39871-1030-409C-B473-A7D7A24E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93CF59A-879B-44E5-8709-15764779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C6C2022B-5522-44EA-8332-C0EDFB55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FD30228-37C8-4ABD-9B32-0ECAED1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A82FE0C-7D92-4AAB-96BB-E6D35A6D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56911B8-9243-411A-891C-FA63CD0D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20DA8D2-0BAE-4CF0-9A1D-47BA7D6E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70AD6C9-DA7B-4622-914B-0E0E62D2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2835F4E-D7B7-4744-A69A-08A748B7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F1F4F48-C152-435A-86F7-11FCC276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166DDA4-1BC5-4FF4-A641-13F2CC42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820F6F0-9B6E-43AB-859C-AFD9A49C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62FB536-9D5F-4F1E-87F2-548CB346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09B32B6-4ECB-48BE-8469-39E0584C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67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1131D33-938D-4D0C-9068-F17A00BA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5AFCB35-6BD8-4B2B-A1E1-C5C55379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2C34E2A-8585-43CD-A0DD-A4A5E9B1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5F670F0-1CAC-4C8C-B572-BBCC2030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17FB0EA5-783F-4505-96A3-6C773D83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E0AD950D-FC3F-4EA6-9A0D-58AE9B1E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B7135CF6-AA90-4AD0-852A-E6ACC8BE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3800175-E08C-44B1-8011-402AD4F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A37B622A-D4A9-4062-85BB-B047F008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F9F08125-80AE-490D-A905-F8E138F5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689DFD3-395E-46DE-A4A3-FECA3688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6519FEF-11DD-4292-8069-AAAB5F6B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4883FAD-D51D-4E7B-80F8-60D203D9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28723EB1-5479-443C-BD07-E7861AF8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56B8028C-8844-4D14-8E02-21E75F5B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8A051FC-D935-4249-BC4D-88490971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AF44F5D-B287-4A96-B123-B0701E7D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6D39A2CB-D4E8-4ACF-B712-68D14E5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F888594-07E5-4300-AEC0-9DE6271E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27406ADC-DF20-4AC3-93DD-F220BF09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CBFABB6-982E-4493-BCEB-652C7B13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27ECF389-4A06-43F6-A2BE-7CD42A64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93D256DD-82FD-4044-A808-16A142A6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E1B2AA4-D19C-4CF4-B0BA-9C616092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BFA547AF-8C56-4845-B90F-88023443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99CEE50-CD0F-411D-8353-BD22207D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63FE9E2-B06C-4948-A52E-74504C35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DC41A740-D8AC-4F1A-861A-E649291B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CC77632-0701-421F-9FAD-12F9E895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5E6F593F-5105-4FAB-9E8E-1A860E2F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AD906120-5F15-47B3-B271-268F2AA7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09AED472-BED4-4D4C-82D9-93D0B973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6A402C0-E382-4C99-97AA-E7AD5D29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FBEF025-CEDA-4367-83AB-04E196EC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90061E9-4A3C-4256-976A-28D2BD4E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040EE6B3-9846-4A96-9E58-A4D95DD0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EEF86907-8F9C-4549-9968-77A58B02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2D59EDB2-9431-4CBD-9DFF-2ABC1436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876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262FE8F3-B2B1-4337-92D9-267FE480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85436654-3EB0-461D-AEC9-8C8CCEE0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DBB39E20-E53E-40EB-AEFD-D1CAB76E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5D005AC-9FF5-496F-B06E-8A190570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C1AF983F-32BB-4488-BFEA-1CEB4DD5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620C3C23-F0BD-44FE-8AE5-05631FB2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7AAA02C-843B-477F-B9C4-6AAB7299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D0179BDF-E988-4129-B87F-C23584FC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C54FFAD-8BA1-491C-A9C8-EE140C1F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442B298-BE4A-4012-95E6-60C46E28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85F7E8FD-68BD-4199-BC0F-39E408A4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0303930-13FE-475A-B26D-956D5EAE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F4B4C792-4CA4-431D-B02A-06C90A2B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DD3F6CC-4A01-4564-8A03-D14F1A74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5A26B751-73EF-44D9-BE77-25CD990E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63107410-B313-415F-9386-5821A691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451FCCD2-72F6-47F5-91C0-D80CF1C5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1186ED1B-802F-4AF1-923A-CEF427A0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615D6F7D-C5B8-4181-ABE2-16EB9B3A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83481B2-3FE5-4149-9F83-732DA0EF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F8FA3C6A-B191-49E6-AA9F-8786B9F9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F89CE88-05F6-4854-B875-F0D25F4A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A5C5F213-63F2-4CE9-A19D-BED63F98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B16D0154-EF2B-457A-89F0-D16E5762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D277D970-1E5C-4D15-9814-7A1A7BBB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71C2B23-A883-4030-A126-6E079D99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9ACFF4A-00A2-4821-87AB-2A4BD894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506DD67-CAB0-4415-AD1A-B472D12B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0868D3F-A3C0-40D8-BFC0-77F4ABEE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15A02FD8-D541-4018-A2BA-A2850F31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D386183-26D3-4580-A6A0-2BC51B1C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F0A58E04-2665-492C-9665-AF832697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A42CBD12-D117-4662-8C9B-CDAEC382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64CC143-BC12-4881-A9F6-D306345A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78B3B64-AFD4-4CD8-8054-80EA175C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1E25EC24-7FC8-48F3-AC79-8986E01D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E4E55C30-1DD8-46CC-8DF9-D68DF1E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486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51669E63-E63F-46F1-8134-FB9BE6E0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F6B92F76-EDE3-45DD-B1FD-EA87F05B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FF96E5BB-6EB3-45E0-83E3-4F2D6FF1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088EBAD7-4C36-4564-9487-609E8BC1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E2941E93-6599-497A-AC94-F2D3AD1E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856F8E9B-0254-475C-979A-323405B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F712F31B-FEFC-4094-AC80-C303912C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E73753B3-0CF8-4CF6-821F-E894D662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4F71424B-027D-46F1-A718-418C70DA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1E0D0A9F-B453-4CFC-B38F-B2D5A0E4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97BF6F2D-34B8-400C-911D-CD2A875D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E38E2E64-A879-4AD8-93D2-1A335F44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F7D1F5B2-F35B-477D-AD57-538734F2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091E60E9-FD80-4FA0-B742-1431E79C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41B49A05-27D8-4C4C-AA48-91F5922B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1314DC1E-998A-4E3D-B76A-D2CDA72B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AAB067BF-DBB3-4C2B-9136-A4158B01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049CF08B-1681-4731-9B12-F8AF8B81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1ECD65DB-F508-4AF6-8E03-3CE38242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C7139E1D-5497-4B33-8BF6-5476B9E8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BCB4E53-EB29-4F29-B71B-84CB312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791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D8E3E660-79E0-4700-B03E-C03FD22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028130B7-0924-4961-9660-E7169251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3787FEA4-61BB-4A07-9C44-081C2AC5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F172CA10-CCB5-441E-914B-BEC50632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5AEB174-EAFA-4998-AA51-F43836E7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49850F7B-001D-437C-8228-4A43D193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0103F671-D9DC-4687-88DD-ED8E0993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8ED993C4-60EB-47BF-B708-6B8DD9A8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A9B70959-C0DF-44F1-8EB5-73415664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4CD6DAE3-E767-44CC-9419-BBE2C904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4B388B87-57DE-4D73-A2FD-AE7112FF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014A1D23-BF17-4B52-A5BC-52083501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8894BDA1-3B5A-4F5F-8E53-C839D7E5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F564803E-5B06-4E05-98D3-93EE51CE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B7401B1B-5CEA-4C7B-B9D1-A93DA9AA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C5200F71-23B6-4D65-BB25-306B52B4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527181A7-0692-482C-BFE2-99CF718F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E0791ACA-2F89-46E9-AF49-4E6846DC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8F7B1392-C7DC-4640-A294-4C66CFD9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9C52F163-E018-45E8-80A0-8580344C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D4FC734F-EE0B-4EF6-A121-79F568FF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DE128F28-BEDE-4885-A4B6-7C04D8CA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39469E62-F52A-4DE2-B8BB-41F5F66A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93074E2B-C7AA-42E7-82B2-4413D19B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DC4C25E9-5DB3-4663-9F38-7D70278F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21EA62BF-A50A-4DD3-B04C-6EF8A2DD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4F892639-DD86-40B5-9CA2-0757CDBD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7343A9E6-A898-4A6B-BF0D-F556E766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867B0992-C775-4FC9-9387-8B2A7D1D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59951BF4-654A-4A25-96C8-49C4AD15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C1C1B6F-0D5B-456B-9AC6-2D2E3E0C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0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A7817199-9597-4279-B1C5-F0AF8DC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3E7F2D09-6C35-4C22-B9ED-70BA3D9B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C87B9075-3282-436F-88DD-CCFC5028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E854ED1C-2DA2-44F9-BF94-87617B99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88D7C94A-3F3F-4FD9-99D3-DE248362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BF854E3E-B368-41AC-AA24-452DE2F9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D263EFB4-3AD4-4887-91F1-96569CBC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22A9E7F9-BDA9-4061-B999-B250C97A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C1826F5D-9BD7-491A-B614-A6D13DB4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64C5DDB0-6E95-4951-9EE8-1D78BE05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325AE46B-F95C-4AA4-8115-98F61EE9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D61A4B07-BE76-48F2-A6ED-8C3E248D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9DCB5BA4-9E8F-4D79-9264-CDB3E121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37C29E60-0A40-4675-BB6D-E7C6189F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991B51C8-577F-470D-83E3-B56939A6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8959B751-51AC-43FB-9078-8CD63377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D9957A62-202D-47AE-AAEC-0AD2118E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2E94B492-49E5-459C-AF35-A09F6EE3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DCC2F0AF-9D02-4F0F-91BB-D2D2514E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E28801D3-F0C8-4F42-A9C4-FF74B9F5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65B1857E-5BAC-4131-8D44-DC8254C6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A4092B84-9FCE-4E40-9F38-14C696E8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0777AC3D-A20A-4344-A154-293123CF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A172CD80-9FFE-4BCE-B3C6-6CCA9698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466E46C6-6837-458A-BBD4-C91AAFC9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1196426E-E6FE-49BD-8CFC-D15A4952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82944BA6-760B-47E7-90A7-74D567B5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CA9E13A6-3445-4FC5-8ABD-F30C252C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9869696D-663E-4610-A9BB-18D0944A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6F087519-7B00-4DE2-AA11-EF687BB0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E9E751D9-CC97-4BC9-897A-7D5518F8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370F3A7B-58AA-45AA-A54D-67AFA8B6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D6607E15-5EEC-468D-863C-48E1B7E9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DDB1BD35-BFA3-4513-A1B3-14587F5C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A7A2CF2D-7A3F-49F8-9E7A-466BAAB0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F19A0A97-4618-4F3E-99ED-81CC2A34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1150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0C2D09A9-DC95-4F2F-A4C9-1D2A3CE0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MINECRAFT -&gt; LEGO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21768D30-BEFC-4E9B-B86B-B82692D4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6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content inventory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FD289DE-B8E7-420A-A22B-7BEC847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page roles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F60F02E-229E-4C57-98D6-ED722700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762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5578D487-95D2-413C-9CF9-10AE85B3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609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STRUCTURE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0958D2C2-B298-4BC4-803A-64E62DAA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763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Each Minecraft page role is translated into a LEGO content role.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9CF3D111-DE78-42C5-BC4B-6536612B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3A3934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EEA0F1B8-F2BF-4EFA-BC4C-B6515F34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95525"/>
            <a:ext cx="10725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F7AE52B5-DCED-498E-9A5B-85A91E30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10725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EE45B4FD-3D64-46B7-ACDC-6CB25075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Header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9E9DA329-2F8E-4951-A920-F267BA87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193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Navigation, search, account, Buy Now</a:t>
            </a:r>
          </a:p>
        </p:txBody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8C83D532-5B48-4E4E-9ACD-38131E80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1935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LEGO theme navigation and mega panels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ED634F6-5930-4557-8D36-F938BE7E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49CAA9A2-2B82-454E-95D6-FC5CC7B0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8F1116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D3E8130D-666E-4E9A-911D-1F9161CE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00375"/>
            <a:ext cx="10725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394CB918-5F26-4D86-856D-68CA7B8B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9950"/>
            <a:ext cx="10725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3FE6B53F-8CD5-4112-8A5C-47B46C10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Hero</a:t>
            </a: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CB319FCF-0E5D-4B0F-B1E5-E675E032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2420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Campaign visual, card copy, CTA, tabs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68604A14-0A0F-4C21-90E5-F73B0FFE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2420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SMART Play, Star Wars, Technic, Botanicals</a:t>
            </a:r>
          </a:p>
        </p:txBody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6533AFE4-155F-4768-8789-422B2801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AD19D250-5ED3-4B2A-BD8D-03EC0527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3A3934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D1D926B4-73F2-4EB8-9804-D8806E05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05225"/>
            <a:ext cx="10725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C9B8482A-4559-43FD-BC5A-02B9CCD3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14800"/>
            <a:ext cx="10725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C5C7ACD-5CF4-4DDB-B316-61CF4DE7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Discovery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14CF0945-130D-47EC-BFD9-A060295B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290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Game cards and news rhythm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05648978-B4D9-42EA-BD49-F567258E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2905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Sets, stories, marketplace rows</a:t>
            </a: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DC4AEBB3-2CAA-49DF-BB8A-E317AFC0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0E608B13-FA29-42D8-BCF5-1558E0A9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8F1116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F151CD78-076D-4E01-A9FF-8CC6FA3F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10075"/>
            <a:ext cx="10725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E549130C-482D-44EC-B218-730BF7D2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9650"/>
            <a:ext cx="10725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7A589C13-8141-4D8A-B1E8-3105ACF2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Media</a:t>
            </a:r>
          </a:p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1F0F74D2-F1AC-40C2-B4E9-FAFB03BF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3390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Trailer and video panels</a:t>
            </a: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87D3F90D-2F90-4C2C-BAF5-67AAE523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3390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Featured LEGO videos with controls</a:t>
            </a:r>
          </a:p>
        </p:txBody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EBEC2421-D010-4501-B657-99B4707A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1EAC883E-5C48-4C64-9DC8-32103747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3A3934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42E2FB49-59D0-4F61-9039-F38351C8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14925"/>
            <a:ext cx="10725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FF7C8E70-161D-40E9-BA4B-83059363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24500"/>
            <a:ext cx="10725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EED2353D-0859-49F4-9FD8-FA64938A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Footer</a:t>
            </a:r>
          </a:p>
        </p:txBody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63EC06DF-0EB8-4E66-BA59-39A75CE2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387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Social, links, legal structure</a:t>
            </a:r>
          </a:p>
        </p:txBody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AD6073BB-E3A2-46A0-8CC9-8B733FA6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3875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LEGO social and footer columns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9B084A2B-CCC0-451E-A8C0-76A2777E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38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1262D269-39C3-4783-8149-700D44ED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59C046E1-A36D-41FC-AB3E-2D227C4D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76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33C12A5E-D8DB-45C3-9FF1-6E1767BA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C42B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C42B"/>
                </a:solidFill>
                <a:latin typeface="Aptos Mono"/>
                <a:ea typeface="Aptos Mono"/>
                <a:cs typeface="Aptos Mono"/>
              </a:rPr>
              <a:t>inventory grid replaces the flat table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57AC26B5-C091-4CD3-8665-6F84EDFD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134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D8013413-812B-404D-AACB-37E0281E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673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ADFEAA1A-27DD-4B9D-B01E-BCD79EFC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695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F050355C-9DDD-4F83-AAC5-3A5492B6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D6FC0346-4BC4-4832-AD17-F8A10093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71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E7966B4-A1D4-4160-9549-8472BFEF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622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8FEC06E8-BA32-4748-9C07-1E8ADF2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578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C6B04047-03F2-4849-AA63-23C99F39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10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F30D921B-53CA-4CCE-8FD9-AEF505C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33675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436FE0B-F264-4A99-86C1-7AC6F570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943475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12F5A824-FE8C-4239-9FD3-8AFE1987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00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46B76B64-0B99-4AD3-AECF-EB12E0EB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524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4828512"/>
      </p:ext>
    </p:extLst>
  </p:cSld>
  <p:transition spd="med" advClick="1">
    <p:wipe dir="r"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0FEF9C-C6F6-4CC9-958D-EC43D348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FD7EF-3BE7-46CD-86AF-479FCC08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BF855-2CA7-4EDC-AB14-DD18C87D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2C536-FBAF-43D0-BE13-0BC6C0F5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7316A-CC50-4859-A365-228AF435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6407F-6753-409D-A667-913CF3F8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CFA23-8D5E-4587-A5D3-FA416D3A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E6163-CC0D-4FBD-B172-FAF6C705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E2D8C-89B1-4E55-AEC9-405D57DD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2FAF4-C987-4B18-BCE9-71FE87DB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102BF-FA30-4226-BE7E-1E303A55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0320D-18BE-49DD-A312-864E4B41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AE8AB-A1F4-4AB4-BD8B-768B84E2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1954D-DAF5-4B09-AF04-BEB00E3D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3B78E-01BD-42F8-B90B-50EFF6C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0756C-74F1-4B89-851D-9AA62693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5A902-69AE-42FC-AC8F-E3E3DCEA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169BF-E9D8-4507-8CB9-9EED69DB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16F35-B3F2-41A6-BDD5-5E098A6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20557-5DE5-493F-8BFA-A3B5D190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2FEF9-E63A-4197-B2E9-3DD9F4BB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417A38-291F-4306-9B5A-EE108D3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42E9B-2102-45A8-AC2F-89C31775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787D7-1248-49A1-B2AA-3C44719F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026F5-75D7-41B3-A921-176FBAD0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27657E-5478-4F7E-BFC4-88B4CCBA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A8208D-0DDE-4245-ADB1-4D4A74E0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69A696-ABE2-4885-BED3-BF5F1A21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4E75D-ACC3-4D5C-BC1E-7C6DD445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D208C8-FCC6-4F68-83EF-AA0263AF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A78CA-01EB-4CFB-B524-82677BC4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2E19CA-61B9-4593-A7EE-3728320B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B96564-CCA9-4178-B8C0-3B7B3EA2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DEA756-4842-49C6-B571-F5223C1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4291F7-2276-491E-823C-7A0B5E98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07C1CF-0A52-4A70-B9D7-0E28FB0A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E81CFE-238B-4419-B376-26A2D3FF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407656-DF76-42C8-8D2A-5E291868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7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58DABC-0674-47C8-9171-9D037E28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2C8AFD-84FD-4BD4-AEB6-917AB658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A6C59B-BE39-4BEC-BB6F-7E3A299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6B5BA3-2150-4701-B65A-59E524C3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1C93B2-11D6-4FED-948E-8749BF26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C14537-D472-404D-803E-75181032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8527D2-868C-4C09-A482-35338C7F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3A8E44-DA61-4E78-B3FF-F2CBACCF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2BB5EE-A589-40E9-852C-52BF2C19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198AB2-6625-4ED7-BEE1-55862E7E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F2DE27-D5D8-4E0C-987E-C260CDE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92A176-7E8F-4F3F-99CE-A502733F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EDC50F-CB9F-40E5-BF87-CFB3887F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0537C6-70A4-472F-B8E8-663AF5CB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A3B0CE-BA24-438C-AFA9-5EC88E76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9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CA8612-C653-4925-8611-7A015C86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000C2B-1BB6-49A9-8B68-D2A21734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B8BE15-9CF5-4765-BB3C-11FD9BB7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46E7DF-2840-4140-9644-82F6DA63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5CAF90-6EB2-4790-A8CF-8592EC2A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B3C642-189B-42EC-A405-73A1A4D8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CD74FB-ED72-4703-A96B-091C5EA6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921B67-3DDD-4852-9242-FDDEBEAB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7C1DDD-20C2-46AB-88F0-EE9C6D86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140D9B-DF42-4453-9FE5-040BACDE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0D7BB6-F4C5-4057-98D7-8DBF63DC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6198BF-BAA7-48B5-AA27-FE45A3C7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F3D3B9-C55A-45F4-8D42-B3C3AAC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9285555-9501-490D-9A4A-FC03010F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37E8A7B-A1F2-43D6-82D8-8119F299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8559918-E971-4F40-B91A-FA616CA6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E5D8A7-50A9-4AD0-9D75-16602D33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3C86726-EDC3-4981-B878-ABDE83AC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BA1212-7107-49A2-A1C2-F1FC7E9C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A7D08C-3C71-4927-A9A4-CC902626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EC4AE6-04BC-4F8E-BE97-1F3D281E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8453F05-B7DF-4AE7-B570-FDB999CB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B5CC632-D35E-466B-864E-E6AC1FA2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5C2016C-CC79-424F-8720-3ADB5FA7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AAED1D-A50A-4B7D-AFC0-19251428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80954A-51E4-4CCB-A66F-31FCB980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294734-12C0-4785-97A7-D26AF253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272C4E6-02AA-49E5-B3BB-60157DC1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4863E8-C9EB-4592-B8DF-04AFBFEE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8F0CBF-198C-49F7-A314-0D0F9806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C05F694-C6BE-4251-B456-CD67C689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F32899-31FC-4784-AA44-5FD00A13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6B8428F-B31D-4831-8BCE-5872ECF0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AEF688B-5D7E-4949-A176-BA2B4D84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0663C05-4868-4518-AA78-80A6E915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7942258-CD87-4FE0-8420-07C00EA0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14F18A-9BFE-4614-8B63-A5EC455D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EC3A871-9969-419A-8B85-497387E0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89DB4A7-50B8-46EF-943E-82CF134C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9A5DF8-EC91-497C-B7F3-1C98635E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9609FAD-54C5-4925-AAAF-22C1A8A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378A696-5E9F-45FE-9461-CD31178B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59D310F-4CBD-405B-A7DE-4A1C77D3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B1997E-1957-43BB-ABEA-774A4634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A3572A9-9D68-4214-81A3-29F2356F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FF0650-54E0-42C6-A056-30D4C3E0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BEBA192-A439-4FDB-B2A3-EE310819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990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2D92F3A-6183-466C-89A5-10A712BE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7769E24-E9E6-4E50-9930-89D812B9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2F552CD-A4AF-4A8A-8768-DDD9D3C3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0AADC64-D164-43BB-BA54-50D071CA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A46FB6-C50D-465F-B5CC-E13EA34B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8F32CEA-A984-414B-A5CE-2E4888F3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D395DCD-4AC1-486E-B353-5E821389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2A9ABD8-C54E-42DD-9298-5DE6E1A9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DD6A6AC-3067-4E8C-AC01-5069F33E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335AF93-6F67-4C42-AF09-33BC2E10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D2285D6-9991-44A7-849E-FDA01950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B0EA444-D864-43A6-896A-7ACA88EC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2FDBDE3-DE2E-48F6-A1BE-B6EEF7B4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42F6309-9532-4303-94F5-4E7E9124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A016C7B-8F37-4A08-A7E0-8B2125F1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AE603DD-9E11-469F-8762-2341E2B4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2745CC0-96FE-4374-965B-3C445427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E870C62-85E3-4792-9409-7DDFCE70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123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F78888B-B659-4225-874D-7F6D6E60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C688A1E-F114-43C5-9A16-67B067FF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CB7B12B-0CCE-4C06-B249-75108574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211371A-E90E-45AF-A5E9-B3B0BEE9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6ACDAF8-7E43-4323-9CBA-8A10C0A4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D65FE1A-D644-42D4-89A8-F81A41EE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DDA66C2-A954-42E1-852E-995874AE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F02FF51-6892-4927-914A-9EF62A31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9C62A82-CE6E-4A6B-9829-960A7CAF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818C666-FAFA-494F-8AE6-DC67EE81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C0F16BF-9EB2-49FA-832F-A534A9F5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CF7F8B-7315-49E5-8181-A09E8413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16EBC61-1E3C-4547-AA86-9AA02A50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6A04439-0978-4B75-A199-873DD2B4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3D21BC3-629C-4041-B7CD-451ED89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FEE8ECE-8B0D-48C8-BC03-242EE4C2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F6B5C81-361D-43A9-AB58-2914F429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C055772-D8B5-497E-B9B2-4E663517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2ECE0E7-D94B-49DF-AE97-2A3378DC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6991A53-AA26-416A-9CF9-5747200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DA14E70-E10E-48DD-876C-7FAF2C04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9039FDB-F522-40DE-AAE4-27195698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A5DC412-CA3B-4AD6-9D0C-CB613B42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6A55215-620B-4A5B-ABB9-9034A752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485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BF7E3D3-5F12-4F81-B02E-927B9E65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54F701C-9D36-4984-A932-33C9808B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DB51413-A758-4DE6-AFA0-C4FD0DFD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81360E1-D794-4326-B36C-F3B13EC7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46A2781-F0BA-4E67-A332-A5C5517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EAA0ACA-3318-4F56-A07E-90F40F5D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614831E-9B78-442A-AB8F-95B3ADCE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8FB1F60-57FD-40C8-9363-4519C91C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3607389-095E-422B-8DB1-E5925FDE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E81B00D-40F5-4FBB-8623-4BA80A7B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063E6E5-C265-4AC2-B29A-845E2CD6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E388D44-15D7-4BC0-BFFE-29B1764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5CF8CB8-6752-435B-A5DE-2A4C5BFF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1C54430-641B-4659-8542-B2CF1BAB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DC25E73-383A-4028-AC1D-1635A73B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409A3DE-140A-4FF9-9DA1-6BE205DE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A843223-6AC1-42AF-8913-7E39A1D8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91298AF-450B-4D45-9BE7-3BEF097B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0A093D2-0D26-49DF-A152-DDB52D00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1BCCE5B-AE93-4F2B-9D31-D5822DC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271E5E0-EA17-4932-A889-5FE3C544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1CEECE8-B6E6-4F35-BA00-71F3969E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8FE1289-D990-490A-ADEE-D0C2A5B0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4168E03-87D7-4E3C-A034-D99AB3E5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75AB100-6032-4CCC-B0DF-ADD3D845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33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0E0E815-FF0D-40FE-BC08-9BD0CE51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708B1AF-080C-4802-946F-0429A92D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2E61C37-00E9-4B65-B7EA-384AC0F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F508EA1-832E-4351-ABD6-3B44CE69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9941D02-8808-4D3C-BED2-7572BF94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82AAEE8-C099-4154-9239-BED7B127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9BE6A90-FD89-45E5-81F7-E5F09B65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501E9DC-4F5A-4998-87B2-17094B04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EA29510-5AB3-4832-B7AF-79794D36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2622C32-C933-497C-B06B-22CDA50D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88B2236-8BE3-4197-AD40-0BF52316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97A9EBD-7DB3-4403-A666-48ABBF9C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EC74985-D59D-4F60-BF89-8C9F707C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C70D40D-C75F-4FA2-A48C-3AE72070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CC5FB32-222F-4495-A5ED-B0D33EA5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ADB64AE-552D-40C2-8A93-A00B0440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15129B6-594C-4B3F-987E-5ED5A412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2F9166A-E985-429C-90F5-D2AEFDA0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15EF966-8661-4A49-A993-7D4B1CF1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665DAD3-1142-4168-AD60-73AA68EC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FF8E16A-DF26-434D-93A4-101923A8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981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BF8578D-9E0E-474F-B126-B9F00AD7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66322DC-651B-4ACB-8FBE-FB2EA64E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D2031CD-7E4F-407D-96F9-291EDAAE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3AB7171-A939-441A-9A1F-D4121AB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8852F60-92CE-4D16-AC29-43C5F187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82391CF-1D55-4FAB-B91F-E8DA25D0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C12D992-AF54-4E94-94E8-9B563415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9AA972E-4BCF-46CE-BDC3-13AF6228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187D069-045F-4056-9666-A1495245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8CBA89E-C5CA-4120-9DA3-71CC4CB7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0ED5B00-54DD-48A8-B875-6208761A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89B2556-2DB0-465E-9BA0-38C38CEA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3DCF87F-59D0-4A8A-94CD-9C4348E4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F1F3F74-EA08-4F85-90C3-E7569A33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89F3EE9-C72F-47E1-9429-91A323AA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B57839D-A9F0-4A65-A672-F8153DAE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5BF21B2-4E21-476A-8C0C-512D54A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33B5FDB-65CA-40BF-AC32-339C1455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CFBEE825-9888-44AF-B331-B2B2E14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22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86B2FCD-695D-4AE0-A47A-5DA7080E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375F4C5-FF98-4CD2-85B3-E131B89F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0161A31-38C3-41AD-A61C-7F902055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86C7607-74F5-4A3E-8675-4BEC8A84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567BC81-A656-4BC7-9EC7-158B102A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EAA4CBD-F895-4D93-AD85-BE071A3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99DAA1F-95A9-4666-ACEF-6546FBF7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81C72CC-7179-4332-BF05-8704E8C7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DA25F70-D321-4793-A716-E5886BC7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CB14C2C-07EA-4008-A9A4-EFB8162C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0CE7C3C-578F-413B-B2C0-39DDD7A6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6965F8C-785D-4F8C-931A-93A7456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C57B5EC-8D23-4080-A3E1-316D25C8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472BD5E-6877-482E-8697-BCE0FAC2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FC06CDE-1861-4AD3-B77A-CFEE75CD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222E6FA-C153-4266-9EB2-CFA0E62B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2C0D66E-D1A6-42B5-8A3E-C2A9CEEF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1386466-D08F-49E1-ABA2-F976E16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25850E4-1B98-4BF0-A983-CD3172AF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F1B102E-F52D-4D1B-8D61-144DB4A9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FEB6390C-701F-44B8-9F16-677D148D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D743E58-1600-445E-85D7-0B9567A1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3E396FE-EFE2-41D1-9409-AB166EBB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9EBBC9C-B8C8-4BA0-96F6-E92DE282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5DB036B-A37E-4F24-ACE1-D14A9275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76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996F830-3277-43F2-BD41-A49A6AD3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11E78AF-C558-47B1-8E5A-B12DA398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E14CA65-93C5-40C0-BE8B-8A31AEBC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D8C9455-CA9B-429E-8891-DCB6C49F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259AFB8-59AB-424D-81AF-28540E10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1610320-B835-47EB-A7F4-F1781751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E78107B-0574-4420-A79A-B7E519AC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7889317-B9D6-40B7-A2B0-74B9181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A29F5AA-E244-460D-852E-B72B023B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D07B154-B2A6-48AA-92A1-DC6065C9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50F4319-DBD9-4C5E-8F44-74CE2D69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C129351-F95A-4DB2-A2AC-D9B01931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DF8CA55-F20C-4911-B3A5-11D7FAD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CFE3588-156A-45A5-A796-F8511B46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39D78BD-2530-4DE8-8638-5ED69D9A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E94037B-5703-44E1-AF76-94798D78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B0EF711-6BF7-4281-9EBD-D070FEFD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564D828-6747-4E05-B47F-9DA091D2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DC4C589-0476-4F6C-9A9C-14D728FE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BFAFEDD-F8DD-46CD-800D-0B5CD7A1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A1434C3-7341-4017-A15E-CB0E3260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F34C8DBB-7B29-46AB-BEFD-DAE602A3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225BCF43-0AD4-4C38-A3D0-F328192C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86B36BA-2E63-44B3-BA83-063502D8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560C5B5-211A-4F6E-A3E6-CE1346F7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CEF0EED-5645-4AF4-A03B-91AF0784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773B70D-B220-4F9C-9F60-B7A959D3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BF1BBAD-4571-4705-90AC-F8765850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7C1BDF4-2724-48EB-BD2C-AC93D23F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EB79090-8717-467C-ABB8-AFFB9E1B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72FABAD2-9034-4144-8C4B-667BF569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A32E278-DBE9-4ADD-A41E-F6BF32F4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34FABB5-BE1D-4109-B45E-2BD6F743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3F7FD94-54A7-4257-8A12-D7DDC3B1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4894F1D4-D1E5-4470-9DBA-F4D9F717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9CBA825B-0DC8-4DF4-B09E-0C3DBB1D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AB3D930B-C68E-4DD9-BB0D-085913BD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9FAE87A-12B0-485C-AA85-8393382D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8CAA235-11BF-420D-B19A-A0B522CD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DDBB30C-E7A8-4399-B730-B805CA53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5193D851-0312-49D6-8E6B-08293CB1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6907B84-ADB0-41E4-8AF4-3C4F7E6D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8A9926C-46AB-4F1A-85A5-9CF33E02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A07524D-A08D-41DE-AD51-9379A722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5599815-3E13-4664-976F-3CF2DF5F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8EB1B70-79FF-4D94-8F61-4464DA3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2E998CAA-664D-4D79-B157-08390885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E406AE6-B80C-42F4-AAD7-17848D04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D338AA8-A5C2-4AE0-AAE3-18B10FED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86905D7-31FB-46CE-BD26-7903E9F8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D305399-7AFD-4A85-91AC-3431E672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50B169B0-5127-46C1-AC7A-AD6DE71A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0BE4B8A-21C8-4EEA-A44B-4C5F9987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6214B02C-106E-4120-9A25-5E181C67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B5775DA7-ACC8-46FB-A887-4F62B7D4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A11AF12B-DD27-4CAF-B8BA-A138A3B4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5B6C64F-2264-4EDB-8385-8A91F790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E2EE337-B723-4428-A506-65DC5C3F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11DDF62D-D9D2-4ECA-B028-923576CD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8F39ACD-8EC3-4374-87F9-2218BC37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BEEE6DD-E62A-4487-BAD7-DDFA1BAD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E23BB67-D2B4-4A38-91BF-1EF7C725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ED257CC2-2CE7-4E2F-963A-D58F0D96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BE49763C-76FB-4B42-BF69-EC72F71F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96508B4B-9762-4A14-88B3-A08BBD7B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A063BC39-94DB-488B-9E80-44C24B9C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306797E-5616-48D0-9F39-4DB579F7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20F473E4-910E-4577-A3FF-DC3D790C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33060E2D-32A7-4BB6-ABB8-A33BA0EE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06CF12C-F3AB-4AEC-B332-529B5180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99258158-5F8A-47D2-8068-8A0E184F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1FB6EB8-E62C-417E-84D6-503238C5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21065AE-1CAF-4361-BDB7-B40D404F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DE9FFF4-6116-485F-BAD3-BBE5A2A4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784E0C4-2414-48FD-8170-1599737F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6532629-5C69-4A5E-B4FA-DC36828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49C96BC9-2D7B-41CE-A581-49F36672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C720066-F506-467F-B48D-C5D42DC3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54C3EC6-A94D-477B-9AD5-6142146E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EBE0EA5-72B7-4C61-86D2-AAACF6F1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97FB414A-1FF9-4A09-A2C3-436FFFEB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F046369B-AE1F-4C17-9131-E635EB32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F9435A8B-3001-4C40-A263-E4A89CD6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498B5EB-AA5F-4232-BFF3-B6002ADB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90552244-00DF-451A-9154-0657D048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2D4F461-EF6B-4AB1-994B-C7248347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D228D06A-7347-4C44-BD16-9AD297BA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467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B5AA9E3-AAD0-4564-B7F4-74C60542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D838356-4D76-4521-9BF8-841E9800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0006FB6-F2F6-446A-AD61-E1764A3A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D23CEA63-A12B-4225-B83C-695B816B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939CA19E-EA98-4EBE-840A-1EEA2213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05C9C119-FB0D-40F8-B26A-BC8DA382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03A2AC9-3B6F-4E92-B27A-307ADE5A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8A47E56D-3D19-4CDA-89DE-5A76E392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777D79A3-9690-4159-BF7F-AC0E8B6B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3E43695F-BA40-4364-A359-776A11B6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545BB48-BE8A-433A-997D-16B67521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F051F430-77CE-480F-A86E-5D366EB5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474B2569-6C73-46D2-9C81-F6D1E17B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AEC41D76-303B-4E11-8253-4B84EDCB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0E66EE9-8DAA-4F59-91B4-09593CFD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6541A1D5-C828-4667-9606-16B65906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8938ABF-CCCD-47AB-8D1A-E68C3E95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9BDD06F-5DBF-4E56-B95C-4D64E08E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A403EF49-B6E8-45EF-ABC2-2C05076B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1F0ED2B0-94C7-4D7B-8FEA-E8A1E136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BE60DEE-0765-4A5E-A3EA-B9AAA74E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7816DB7A-6646-4F15-B1F2-D1906E1B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C9016F68-5C46-4496-B3FC-1B420A7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1B2F30A-C97E-45C1-8348-A6C8564D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4E2F6693-B932-416E-A303-3F0765E6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4EDFC8EC-2EF4-46D9-88DF-D9D74532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F96E0751-595D-48F3-A3EB-493BBFE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D3642BEF-C68D-4207-AB69-DE487932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504C9E87-ABBF-496D-875C-D8CE6578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A73E3FD-C765-4C7A-99F1-69A3FC6B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A8FEEEC0-CA56-4924-BCCA-CB7857B4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67E77307-836B-4AEE-9FEA-D0AD2B75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825EF898-7CDD-4B2D-BECB-1E8E0764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AA6F499-715B-4C5A-BB80-3DCF3508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83F75040-1FAB-43D5-9F27-6045C822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CE59DF2B-45F3-4D6E-A9F5-0C2A0A01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BB5310E0-96C3-4379-9392-FD608D5F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554D1722-11F3-4CD8-96BF-AEFECD8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F0002E6-9A44-45C6-B48C-4CBA83DA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44A995B7-7F90-4DBD-8591-F04A6133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8A25D57-56FA-484D-89E4-0AD7F116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7AE5A36-8FD8-4685-ABA7-215DC71B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4934D944-937D-40E7-B249-EE92BC0B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078183D9-39EC-4570-928D-C53BCF9F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341821DD-57E1-4993-A562-E973C59E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62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BAD0A696-22DD-47CE-B629-519EE90E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059E942E-F6DC-4CFC-87F8-3F9791B4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A0756A3-6B9D-4AAB-B4D9-D7AF4160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FC7E0A17-D132-48B8-8A16-D0729398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A1563AE-9968-467E-A2EE-BE878B82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C0DEB028-949F-444B-B15C-A9C88962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A02DA4C1-70E7-40BC-BBBA-81A40910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D1B525FB-5DC5-4AD2-BAE9-A865C9FD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C921D108-C64C-4EAB-8313-DBB87DE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55DCA633-FA47-4867-BA79-3A76346D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B5EB7D6-71CE-474A-A586-7D74FAD4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0E9744D7-A646-42B8-8832-9E863FFC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0DB5AD9D-BAC3-45EB-B9BE-916C4A59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8D701C9A-0BE0-408E-B87A-B853240A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2AC7237-DFC9-453D-A3C5-00011528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7CC6DA6F-66BD-4F4A-A914-F029805A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92198BB4-DE21-400A-BC71-86E82C78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40F44C71-6CB9-448E-B483-000BE359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C9430838-7C82-4D7E-A92C-74AD778F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35CA7A63-3C58-4A4C-90E1-04EACA8D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70ADC552-DD79-4288-8B3C-8991D917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AD4E16B-4DA2-4D46-9AAE-5E625AC0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315A030A-0DF3-4DEC-946B-DAD77010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210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7411E97F-3E84-41DA-A0BE-926D295A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44E5CCAC-3399-4F38-8D44-AD365AB7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9497161A-3F60-4D38-B928-6C423B08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92B98336-36CD-4EAE-90C5-5997FC79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6CA725B-2D75-4ACE-892D-2A521CA7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BCF56107-E074-4303-B1BF-BD2EB07B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609D34B3-DDAB-40EC-ADFB-A881BFAB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F7EC0CF4-5406-44BF-8C2D-9C5D5BF5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4219154-AE52-4AAD-9D80-2CA3D16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7EDDC9AA-3F60-48DF-8D4B-EA2F52DF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06133A54-8A45-4610-8029-F4B90B4D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DD81B09A-27EF-43BD-8C9D-1293E36C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3CD53698-F596-4625-8082-95EB4046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4819816D-334F-403D-8C34-C6564D44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64817BDA-924B-4252-BBE5-A5387792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6D4CD928-2120-465C-86F3-E4559DC3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A4F019A0-2CE3-4802-B7A1-D61E3F92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8864BE21-46EA-4281-9DB8-34AA9F0D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CB2CC5C8-1D8B-4273-A9D6-3E01B584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F7379AD0-020C-4DB5-9D81-C952A45D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4880B577-BC29-4841-BB75-1E7536CA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C242B3FD-23D0-4765-812C-A0D40A6F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80647F00-B287-43BF-B940-4AA31C33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B4D0C600-9C99-4778-9831-2C1D96CB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9A2266B5-7B60-4334-8E43-484D0E86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1AA4B01F-E84B-44CF-BD61-506DAF01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D0F56C0B-8CE8-424F-B85D-B29733DF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A2425A1F-F6BB-4B38-8600-878B9F96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1109C57D-4D6A-433B-86E5-6BD36FE7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53068999-F76F-41B8-93BA-442280C4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16CCCDEE-3799-4C29-88D9-31BC0C0F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FD0B5111-EE9B-4709-9F25-526DC298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55651E26-8C16-4F9C-A13F-FC17500C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3CCDC4C9-BF04-4F78-9D81-7C5DAE7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3B848A82-175F-4484-B849-6C063AA8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81D7F54B-1F6B-4748-9ACD-116B6608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7E1EE7DD-AF62-42CC-817B-5E6B9690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B6929187-811F-4122-91AA-E75BE198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1C501A2C-057E-4CD3-B3C3-52B96B3F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705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3F6E2B7E-1224-4A1E-8119-810B1F4A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BFDAD12A-5961-4D73-8D18-9E8D5C08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BFB3E908-FE03-4D9B-8EE2-C0B91F82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44BAEE29-FD49-4FE6-A604-6B06F617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938F7E4D-3330-466E-93FF-BB2C29E5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81A92D9D-E2B0-4989-95EC-94E47614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A7B8B5A4-43BA-4A02-8E43-98B6B240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A623C078-BEBF-4303-92E0-243891B3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F6F6029-67A2-42A3-93DC-BB127F5B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5973D491-34EB-4046-AE05-9B74FFD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BD89CB7F-992B-488F-BB09-C53CBB21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01A60087-327A-4AA1-81F5-4707340E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5B3439A5-AEBE-4718-A7CE-D8BBEA28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43BF693F-FDB9-4BB3-A9DF-CBE9F81D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4AAAD61C-64FD-4560-B0F9-CE7B8C1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B0768890-67D6-4E4E-A901-AAF69CD4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EAB7D6E0-941A-4202-AE7D-10BB0D9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57BBFE45-F7AB-47D1-AB5E-5586995C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E6F3EA95-F24D-47C1-A6DE-EC0FBD28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775E230A-F3B7-4689-96DB-9232DE95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1A1EB0D3-69D2-40DE-978E-4F09E531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2C22B553-426A-4A00-9B1B-F685F8D5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3D6165EE-735A-42A7-B541-26B5DDAE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8C540AA3-C88F-4765-BD4A-954EFFD7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B1CA5A8D-1AF2-424C-82C4-D03AC102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736FB77D-32B4-4836-AE96-DAEB83FF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078DD8B8-DE5D-4334-AA60-6C0B7E12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7E98BECA-D176-4FF0-8C1C-1CC12CE0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6FA6017A-FE1F-4378-B700-906DE576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88231FAE-9D2D-4AE3-87EB-D069B73E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82CE17B4-62BC-4D02-9CF7-C32F04E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F9E74B1A-378E-4E2A-9765-5122F705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8C4F6FDC-0865-4203-AAC9-181DF2CA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B60C5BCB-11DF-4196-812D-9D251A0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6CB3C383-5B10-4D4A-8C51-C1CF19A7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6D2E4687-5D1B-42E0-8632-F594A9B9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94F8E61F-BDB6-4060-AE25-0774323E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B41C51FA-927D-4D97-B2DC-A1116A61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1E79B0D-31B8-4F63-9F61-79CB426E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9992ADD2-3E6A-4F19-A971-27A58726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AB49F84-71BD-4CD0-9C2D-24BB3752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B2CF6EF3-723C-49A9-87B4-986DF941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915DB3F8-04F7-4A11-9F57-27C93401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88B9AEF3-5295-4F92-B24E-A597C710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200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B3579454-2EDB-4700-A2B7-7E890F43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8A30ADC-31F9-420E-817D-652C7F1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76307982-565A-4156-A4FA-01BD9429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BE255E60-96ED-4CC7-B766-70B482C7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E064D7B9-100C-41AB-AF54-37AC436A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1A4A63DF-731D-46AC-98FA-75A1A329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DFE59FEF-EC34-40E3-B7B7-30BB3715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41A4CF74-28A8-4B3E-A796-DA127589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15B27DD5-ED94-4A32-ABCB-C7A24BB2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B20D016A-8F10-46FC-8552-2FAACD19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54E7D881-7EC2-4546-90B1-DBE21897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27774A32-213F-4C6A-B87A-28D6D032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8966C3F5-5D63-4E80-8577-D9687836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50E96807-7F47-4D15-8897-FA0E0F15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2502E5CF-67E0-4641-8620-4B453EB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036C6AB8-D38F-4342-8A10-F188C0A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BE1954C5-828E-4464-B86E-05E3762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D629B435-FFC9-4F80-88AA-6E7BD44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3A2B430C-16E9-4E64-98F7-7054DF23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BAF84CF5-8534-4C46-BD20-44C8F8D7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99ECF2A5-B112-4CA3-B9D4-6E6E3E0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9C658CEA-B447-4200-822B-EA86509C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448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9C4578BC-0204-4DB8-B6E3-20DFBE59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DC9FD1D3-5A51-4707-AEA6-603F12A2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A8FCCD1B-20A0-4A1F-A170-27893DBC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33B46D09-4D20-4CA8-9FFB-0C89DFAB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72DE68DC-17FC-484A-B5BA-7285A2AD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BD90849B-5EC9-4E2C-9333-F1B8A211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35B8CBDE-A262-4527-9C67-4CB41BBB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E9868AA1-A9E0-436A-A17B-741A87BF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FF690D17-13CF-48FE-91EE-E88E3457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615DDA6D-FB5D-4F02-9A02-963B95E6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59C25279-4027-49B6-BD26-0EF382AB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16D6D3F0-1660-4DB4-9EAC-598CBA80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373D0E97-A8D2-47D0-9681-475626BE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A949DD12-CD74-436F-85D7-EB11A1A8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6DC8CAC4-4058-483C-A2FA-E839435E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05BAB6A4-CBE6-4B40-826D-3084BA59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8FDA7F33-A253-4294-AFE1-21B8F3B5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DAA10C6C-09E8-4613-B606-6F918F2B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97A89008-BFCD-444D-B66E-66BCB2E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A496D070-C0D2-4ACB-B429-4F83E9AE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695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FEC93634-9859-4C91-9D29-2297D43A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95097585-EA0E-493F-B056-8820BD59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A963FB7F-CFEA-4772-B4B3-303438EB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5D2D00D0-6836-4624-A2E4-1BA3CB70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02621214-B407-4E0C-99D0-9E1AE379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770A6E18-5CF4-4E0B-AF20-3A5FB5DE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12943C90-94FE-491E-8B47-A710D7CC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2794BFF3-7F54-455B-929D-3FB388F9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AD19D8D6-96D8-4797-9F0E-72F166B8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A15328FA-53DC-4A23-BC6E-24BD435E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14F1819B-640C-43FE-8682-1F47E037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2F10E224-F0A0-4C65-B494-7DAEF78E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35DDD29C-6CDE-4E6F-BF8F-BF2BC2FC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0872E79A-97F3-464E-88DD-66C80946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8A9FE82A-F44A-4A9C-BCBE-B65E3E8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B789FEA-68E0-46D8-A021-0AC03743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BD1459FC-361C-4E09-962C-C8221B85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A3E208B5-CFE4-46C1-B6C8-A443436D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A16902CC-4D06-4D15-9050-D8996870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0B8C96C1-E489-4C36-905D-80F68C71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943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43267183-8D16-4792-A29A-20117306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9067A0B-DCAD-4E95-A50B-E475196B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175E78A-FB62-4910-87DA-B9E64888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216A61F-0522-4EEB-A243-9B217208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F60D47E-86FA-490F-8AAE-3F688E2D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CBD40EB-1C73-4A1A-B10E-74E8EAC1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1E027E3-818F-4D68-B7D7-4FA57AC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1EEB212-BE8A-4E06-AC49-C213F9BA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7B5659A-8194-4158-A34E-1431189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489D77A-E25F-4ACA-BD4E-774EC932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9353B1F-D300-413D-AA08-7C075A89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2A48E8A-0DBD-438E-A710-3DE91EAB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F0333E7-D128-41AD-9750-696E2C65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8E372A0-5B39-43DD-91F6-DD1141FB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571EAF1-E7B7-483B-B5F6-1989AA2A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3B808B2-E051-4E24-85D9-D12B08DA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0ACA361-3F7D-46C5-8E21-4FC3918D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F39F1A7-8E62-484C-B8C9-E57E1CAC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F8EB196-A844-4D89-9C84-5C8E3870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BBE9983F-6196-46B3-BC12-79BB0EB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37A0BF3-8AF0-4F25-B6F1-999B0951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A6F82AE5-8C2B-47A1-BB3E-F5957C0C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1A18A62-3FA0-4925-A9E3-A1766E74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E27477D7-C0BE-4EFE-9AA0-557E2B40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A697260B-D0DF-4843-8293-5B6643FA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F67812E6-8EC8-4BDC-86F2-27457FCB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803D329-02FA-4E85-83D8-06BD61B1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3419DFCF-5373-4AE0-91C8-4CEFDAD9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957D9160-AB20-4213-B4B9-A384B056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369FA39A-9373-4C8A-AD13-F12A223F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BBCCE9B-AAB7-45FC-8DFE-F2F8889C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D13FF13D-BBA8-4404-969A-BB343DB6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53B088C1-0618-4F0E-9900-3D3EC3AD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B0EE4C6-1818-4076-9E35-6DCA2577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B680E21C-CB11-4944-8B75-5BF45A6A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AB5571F-57D6-460E-92B9-49DCA990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57896EBE-47E1-4F08-9597-3461DD0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88D17FC-4E9C-4BE5-90C9-35BBF7B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1CC9376-8E49-401E-82F6-970F5342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86E2DDE-A9C6-4167-8701-CC8CDAA6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80C0021-3F30-4916-B31F-64E63BB8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75BE6F0-7246-4C29-944D-3771598C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C6E6080B-3F96-4C9C-AA32-48D57073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4E18ED7-41D5-4F9B-AA4E-82E68ED6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D8B0A7A-7EDA-49E0-813F-25BADE66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369A290-7D8F-4F51-B4FA-72BAC5A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181D286C-8DA9-4FE7-93C5-C2EA8971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94432553-DDB1-4D6C-97E5-601EED63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ED3CB641-C770-4FB6-8137-F873183A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AC77106D-C8D3-4217-BCB4-F402A128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D5BF131F-9FFD-4B4B-99A1-E0E33844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438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8A51FFE1-E1BC-40F3-A6AF-B18B7F2A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64AD5FB4-80A7-4362-A3C1-9ADDB34E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58BAC34F-5264-4B29-A550-C607FF07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BEBD9169-039B-485E-95BF-D17A07C4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C27F6DE3-ECF3-45EB-89F7-7057C91A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B1462A34-063E-42A0-8592-9E7FD4B6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F16FFB58-E483-4096-B560-7051B8E5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EC57F83F-ADB9-4F26-9C16-56DBBD20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0C57721D-801B-426D-8798-DB6D4FFC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86E5F2D2-AA51-4FDC-9F82-85ACA506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ED00C614-4BB8-4A57-A3DD-B616F68F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2153C53E-97B4-4F36-9109-CB0C267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CD3B6599-E534-4D9C-ABC8-9E862D02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646FBDCF-EAD0-4BC2-8502-028A7659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19EE782D-A20B-4910-B727-850E5C05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A2317B83-B9DF-452D-B691-3851F0C7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28982714-A07D-4118-AAC5-6D1A2D3F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7477C45B-DEF7-4BD9-9517-6B2C5F0B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AD295AFB-9369-4C3D-B126-BBC76C3F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9BC9B117-7DF6-4FDE-A657-C0869C13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DFCD1088-31AE-4048-AD52-600AE95C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1BA899DA-6638-452F-8B63-5DE70C7C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672DFA67-9682-4976-9EC6-CBF5F777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9A394254-52F4-4CD9-B1EA-0EBD935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C6D79163-86D1-49B1-B5E5-8073CFD3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4794904D-8242-4416-8A00-5E9E9376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772D9B25-1549-49E8-A3BF-F723D2AF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F9AFAB30-BD85-47B2-9B80-82484B1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70E4E390-356F-4B37-AA5C-97A2312B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93FF0DAD-A8A0-4EDF-A335-0F71D7C9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D249F4D2-0F25-4CD5-B331-59C54CC7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9F316B05-4493-4721-B0A7-8372B6B0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A002362C-3234-4433-8ACE-778714F7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B51E9E3B-44EE-4CE9-A68C-2655469A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3C6E1BE9-8720-4C5F-A26C-37AD7CCF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84584DBB-A51C-4B24-A91C-1D51825E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1150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93E16259-D7E2-4982-B85B-8171F9C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MINECRAFT -&gt; LEGO</a:t>
            </a:r>
          </a:p>
        </p:txBody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6EA6CDF2-B213-46A2-BE57-2F36927B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6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full desktop image</a:t>
            </a:r>
          </a:p>
        </p:txBody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DDFC1B24-47C5-456F-ABD2-64D729D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wide screenshot proof</a:t>
            </a:r>
          </a:p>
        </p:txBody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E2801BBE-1382-4FAB-996F-BB17C344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762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98BC634C-0919-42AC-BD83-D345A318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FULL WIDTH</a:t>
            </a:r>
          </a:p>
        </p:txBody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A89729BB-7E4C-43B9-84A3-97FA3D48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192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D3C7"/>
                </a:solidFill>
                <a:latin typeface="Aptos"/>
                <a:ea typeface="Aptos"/>
                <a:cs typeface="Aptos"/>
              </a:rPr>
              <a:t>Desktop screenshot is now the main proof object, not a small thumbnail.</a:t>
            </a:r>
          </a:p>
        </p:txBody>
      </p:sp>
      <p:pic>
        <p:nvPicPr>
          <p:cNvPr id="6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2c6a6b92b4e11"/>
          <a:srcRect xmlns:a="http://schemas.openxmlformats.org/drawingml/2006/main" l="0" t="31544" r="0" b="31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038350"/>
            <a:ext cx="11353800" cy="3143250"/>
          </a:xfrm>
          <a:prstGeom xmlns:a="http://schemas.openxmlformats.org/drawingml/2006/main" prst="rect">
            <a:avLst/>
          </a:prstGeom>
        </p:spPr>
      </p:pic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816F932D-C61D-467A-8E62-B81DF880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11353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BD8CBF0B-0C3F-46DA-9DDE-820D0EE6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0"/>
            <a:ext cx="11353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1138CF6D-89DC-4DF8-9EFA-7DA68C9D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4D480CA6-D369-4E63-87F1-A2C77462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03835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E29C417D-1B1F-4DF7-A9E5-C2BA0BA2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812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DA2CFC82-BD26-403C-9C64-E7D58927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812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5BF1001D-33D4-4C2D-BA35-723FEAD1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1816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54EBFD2C-165C-44AB-93F6-CA64F2FD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0673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204A177D-A97D-4FED-B4C6-A832264F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F1B8A528-CD67-48C2-80B6-E3B0AE6F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DB3F8BF9-AD97-49B7-B83D-8E10AB32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14975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rPr>
              <a:t>fixed nav</a:t>
            </a:r>
          </a:p>
        </p:txBody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7E837DCB-6C85-4AD2-B2D4-871346B8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483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38854269-69B3-472A-925F-A8B5A3F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86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65CED0F4-B29D-43FF-A0D4-E218F7E6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514975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rPr>
              <a:t>hero card</a:t>
            </a:r>
          </a:p>
        </p:txBody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19E554FA-BEAA-468C-88FE-A686A60B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483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C3DB0FEF-6229-4EAB-B8C0-3753E8ED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86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8CA6DF28-334F-4874-ABD0-1469B904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14975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C42B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C42B"/>
                </a:solidFill>
                <a:latin typeface="Aptos Mono"/>
                <a:ea typeface="Aptos Mono"/>
                <a:cs typeface="Aptos Mono"/>
              </a:rPr>
              <a:t>tabs</a:t>
            </a:r>
          </a:p>
        </p:txBody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3C7787E0-8795-404E-8FE7-DF6D6442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48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6178365F-246C-4B22-A82B-7E4AAEB7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86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BDABED4C-037D-4566-BF4F-CD257A12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14975"/>
            <a:ext cx="1581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rPr>
              <a:t>discovery rows</a:t>
            </a:r>
          </a:p>
        </p:txBody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AA8A39DB-645C-4CF6-9CEB-0D93151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48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0AD7FCB3-26BB-482D-8561-518E7939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86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E1586C6E-BF52-4EDF-9E86-5BE70FEA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14975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rPr>
              <a:t>LEGO theme swap</a:t>
            </a:r>
          </a:p>
        </p:txBody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C2A48F0D-4CD9-49A7-B811-1D9AEF69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3DAA89EE-2944-45A3-8413-6931875B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3C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D8D3C7"/>
                </a:solidFill>
                <a:latin typeface="Aptos Mono"/>
                <a:ea typeface="Aptos Mono"/>
                <a:cs typeface="Aptos Mono"/>
              </a:rPr>
              <a:t>The clone keeps the homepage hierarchy but changes the visual world from Minecraft media into LEGO products.</a:t>
            </a:r>
          </a:p>
        </p:txBody>
      </p:sp>
    </p:spTree>
    <p:extLst>
      <p:ext uri="{BB962C8B-B14F-4D97-AF65-F5344CB8AC3E}">
        <p14:creationId xmlns:p14="http://schemas.microsoft.com/office/powerpoint/2010/main" val="239405974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E6580-F901-4707-B244-966EC61D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1550E-40CE-49FF-B8B2-44C33D43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1A517-282B-4A19-AE2F-E342E867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ACD9D-6FB2-489B-9B22-E0DD4A00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4C1C8-5F23-4919-AD1F-0A678A0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DBE59-467B-4233-B390-D462120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84317-0A03-4794-B881-9401A15A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80261-C3AE-48E2-83FE-ACB744FD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70E90-B93A-476D-BCDC-C0D78F70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E0B7A-2F21-42E6-8D62-BAC9D0CE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5D0A9-F194-4A29-A9F7-4B5BBEB9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44BBE-80E2-4A6E-995E-A37314B7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B8349-B0F1-4CA0-8442-6B7750CC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19D33-87EA-4BE9-BDDA-ACB86F3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05C7E-50BF-4976-834A-0D9DBD4F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41227-3E93-4FAC-99F3-5710191B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07063-3A5D-44CC-8F7C-F2072E8E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45D22-0B55-4966-A273-DA473856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1D6D7-EF4E-47B8-8A90-63DB237F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01378-378F-47F3-A6D4-E4DAC814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3264A-5221-469D-B705-DB9FF304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28D6B-6467-41DE-BCE8-2B0E806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584B5-D79C-4D72-901E-67FD0756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E3434-80DF-404F-B622-8E55189F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8264E-A707-4146-BBBC-7CD9F20D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850EC-40BD-4BFF-B352-DC85D47D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D6AA88-C35D-49E6-9C05-EBDF2444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DC7306-BEEE-4B0E-9A1A-A15E5D33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94064-EC36-43B8-A3F0-A1238A2B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68C8E-F7CA-4964-BF9E-0F902B22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7737DF-EE7F-4281-8097-3A0878E8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B4165B-36A2-4C6F-8877-97BE58CB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D8C59F-7DB7-457F-9DB5-503D5541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1BDDF4-AC1B-43A1-AC94-3E582E24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604456-5E95-4BCC-966C-341DE3DA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EE98ED-DDA5-4077-867D-2D8B5910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483522-F2A8-4304-A6CA-7603FDF3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C8493E-CCE2-451D-94EC-F34380F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0B48E7-92EC-40A1-A477-58E08369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021633-0163-446E-8B36-401AD9C7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6B639B-1AC1-41C0-A633-3F980D1C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D06ED1-8101-42E0-BBD7-237C82FC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D6E3C8-4A96-48B9-8EAE-8C02D69E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9B5FE8-BB5D-489C-8067-01512C62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D249C5-8055-4CA6-8E2B-6E4C1AA6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233C48-42DF-4AC7-91AB-D7E152B0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46EC0A-BAA5-49AB-B1B6-03CB89A1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A2F6AB-E957-478F-B93C-C1BF1225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41713E-0EF9-4D75-A60D-B70475B7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ABDBCB-A5D7-41C3-9468-AD2F38E7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0983DD-7F6E-467B-980E-0118A1C4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418DA5-C7D4-4D40-884B-221391A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336D01-EAF8-4F71-9F9E-82C868E7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5497CD-2DC6-4F10-B11C-11E79803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E261A7-8EAF-4073-B326-1E7321BE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6B6C94-1D79-4A20-8E38-253C1D16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45CFCB-5E01-4834-B347-2165622D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122AE8-EB1F-43EB-9E5B-FAB926A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5A9684-FD8F-463C-AE42-34C1E2C8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C866F1-E733-4258-8F54-E95AB821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C35E63-4019-44DE-A099-23DE4C98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757C5C-66C1-4DAE-90B8-E3713C22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AAC072-56F2-426F-9B4E-16F60C2B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7E487A-7CBD-4862-A7F3-1642C431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78A1DE-648F-4DEE-A8BC-423F7390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47221A-1FF3-4CEF-855B-36611819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96A6C3-F66E-4EB3-B0D0-F55698CD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B6C0D63-142A-486D-AA0F-2A6742D7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DB7E1F-E067-41BE-9BBD-E835AAF4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36B5EB-6AC9-478D-969E-A019BFDD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E8BC87-5BEF-4079-886D-CA80BA30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7BC0F2-0D7A-4106-BAEA-C74D617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2C2413-4256-4522-BD64-D719B675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A18FC79-FED5-4D82-BBB4-33C992E7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DA20C4-20B5-4244-BD2B-13583C05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486F5B-C629-4A0F-B2EC-A005454B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B91DBE8-FBD7-4F27-B179-CD88C409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6345B08-C2B1-4739-9385-E851604E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FEAC038-44B9-452D-A758-65B61E3E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737467-582E-4D68-BC16-752472AF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66B2FF-63B7-42D2-8263-1505A1E3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E1923EF-AD17-47E0-A0D4-CC88FCF6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140DFA2-5CC8-4AC1-A7D8-59E258EC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57BFE7C-9A0A-4447-B935-6B377275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C865EEC-617C-4518-A2AE-4AEFFF71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5EF63ED-A719-43A4-87D4-0F87763D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62D80F9-C7AD-4A34-BA8E-421DC235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94FA786-9A06-458A-AF9E-4B84E86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9F99D20-29A7-4AC3-A67D-DE737DDB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AAAC07C-B3B7-442B-8F94-646A7C7F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F0847A1-8BB8-4D78-B9E8-0CF3F94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6A38D1F-1F5E-4966-95B8-8B5EC120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8466E68-A6E3-4189-A9CA-0DE13D32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8D1BD8-E456-41C2-BC33-530CCB4A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AC373AD-582C-4933-83E5-0F8D963E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F81CBB7-526F-4C0F-A10F-F80D8EFD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9CB6A4E-ACF2-46E2-8B2B-798A69ED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8E79EF0-A22D-4008-9E80-795A902D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79B070-3694-422A-8183-170DDB47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205F076-5513-4CA8-AE40-8AB05E77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CB2317B-70A8-4EC1-874C-3A7FC262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5364669-0C24-4C2F-AC11-A7562A59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2A46E68-AB36-44B9-9BFB-2BB3EF89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2B5613F-1491-4601-B730-3879F26D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B335853-AF8C-4515-9C91-5C660F4E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AA3DA9-9D8C-4775-86E4-3646869D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BC5A77-95D2-494C-99DA-541E3927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35D8628-14AC-48E8-9BFD-06CEBA8E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8645898-0BF3-484D-9A3B-C3410950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01C2615-6C14-446F-94A3-EF598CCE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5D9E7EF-25CA-4539-ABB1-24D77AB9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A8975E4-19F4-42BB-A2C4-3A4B246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D7C779D-6CAF-4467-8C20-8D8983D3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CCE8984-DEE2-44DD-9B08-6E719FB7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9439BE6-1587-45F6-BB81-D5BEA6F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2660A8E-9C9A-4A73-84F0-6680BCE1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C3FED09-7C4B-4018-8DCA-EB596E7F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ABBA667-FE03-4A62-A9A0-B9E58196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E654F8D-7490-4C32-A53D-F01E5B76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AF46A3D-FC3A-47A8-ABD9-1D0EAB37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CD3C712-908E-469A-95C4-E3BD2C43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CF78229-FEA4-4FC1-8CF1-14BA5ED1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BE8EC39-A1B3-4770-B29B-80FFE0EA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8E88AA0-1C4F-4EF5-AC9A-703FE70A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C3CB726-27E7-4FA7-99BB-E35F80F0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4B66E2C-6694-4CD0-9B62-44F23FD5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4A80DAF-BF23-423C-97FF-54312FC8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6692D0E-609F-47A6-8E92-70DBB2BE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C61823A-738C-4280-9B84-0E32141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54D27CA-231B-403A-BB75-776C7DF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A5F6395-3C64-4D36-BB46-613FEB9B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73FA7CE-448B-4B3F-BD82-98A52793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93ADFDC-0BF1-4246-A1B3-B30FB581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70EC924-8240-4BD5-8751-D8B1FCCC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32C2DEF-51F7-4587-A441-F38FBE43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F164B14-31FB-47CA-8847-2DEABD84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E7E4EC0-E1DF-441C-A783-F916D9FB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980BE70-D73D-44D3-8269-6BB924B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A067D23-4CB0-46BC-8B7B-1FFD340C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E0CFAD1-85CC-41BD-8714-4F6B9DAA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6845332-57A2-498F-B780-BA50EE7F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1D51812-0148-41CF-9511-80D878B6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D46356F-17CA-4E3D-88B2-A178CBA1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449DD03-168E-489E-B74E-450D20E0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833B7A4-AF64-4B4E-B94F-3581D1F1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13E3210-A974-484D-A5FF-0529AD75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951A44A-2B1A-434E-80BF-FC4A27DA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135766D-FFC5-4DA5-B476-723D4BA4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A9B3290-A11C-4707-8085-5F5465E3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D401D9A-831B-4F31-80B4-6F3A4DF7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C3F9A97-59DC-4DA8-81B0-9195D93C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BA1BD46-9C1F-4B81-9EC0-9518F502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E32F109-AB57-45D4-9182-6CED10EA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CA88C9E-9658-464B-BA98-7E0B2FCE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1623FE5-792A-4E2F-8F76-28D03C51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CF4FEB3-A736-473B-8BC6-052DC68D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3D4DB53-C431-4CEF-BB51-F52D5EA3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0889BC4-D210-476B-8A48-CFD4D633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CBE3C21-0135-4735-AC63-32BAF0B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DA4AE4F-5DF9-4C2C-B007-BC0FFC03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8DB0A26-F782-44AE-B490-C0C88A25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384D57B-20CF-4796-A2CF-3D9DC618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57A806E-150A-4703-B65B-D47B3AB7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AC649AB-7C05-42B7-A70B-E57426BB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5B31DE8-AB81-4AFF-85E7-0A2A1CC3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2CDB78D-E50E-43FD-8BA6-378799E4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405B389-82B0-4955-A60B-88F4B09B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B646468-FAA1-4CDD-BC1C-8D502245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9AA39C0-A6C2-412F-A853-F99EA01E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BEC2761-588D-4D9C-9D1F-81D4421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D7655ED-4D70-4C8E-BE96-8F26DD83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67BD397-9079-4D87-BA20-87EB6066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F8A7F42-A2FE-4873-AEFE-6F39EE2D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6216593-9304-4842-9723-59A39737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8D14538-24BD-45A4-B94F-3BF8ED7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03A92B3-2254-40B3-9999-EE8E384E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308C112-E070-425F-A7F2-6E38FA53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85610E3-A2C5-4E79-B8B4-03C16403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5E484C8-0E54-4C90-A205-07E2AF19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EA15DA8-A7AA-4D19-A5FA-37C188FE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E6025DD-E821-48B2-BCE2-AD9D333B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2A7F131-0806-44EC-AC0A-4B95239F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98C8436-24F9-4F6F-BFD1-DD5BF2D3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13CDE4E-72E8-44ED-B07C-C25D581B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F05324D-6D25-471A-BA9B-B3A8757C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0500ABD-0C51-431C-AAE4-6AEF7714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CC2D460-5592-441D-8CDE-E81B3073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141EDFC-B87D-4E68-95A2-E8A2C8D0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565F4FD-05F7-40D8-9A82-BF638D7F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5AEE976-73FC-40CA-9B4F-965122B4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75D604F-E1F7-432A-8475-555AE9B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70ACF9F-5809-4D15-BB13-AAB6555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2169EA8-9F1C-466A-9310-5A91B928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E7AB22C-88E2-44EC-AABE-85CD9F60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44887D4-B33D-4364-B331-7E927403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9A83837-CD71-402C-BA73-EB8C5666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5D19A5E-B8B7-47B7-8D6D-7CAE0249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05A7937-5365-4007-BF3D-FB78F37C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116BAFF-EA1E-4564-ADBF-1AFCCDC0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65290B2-D91C-4A92-9511-712C0AB3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2A7431B-82EF-4DBF-AE19-1330E2AE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BA66C8F-D9FE-4320-A774-6CB434E4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CC6269C-6907-45EF-A3A9-72422E62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5A1AEB6-506B-4A4B-814C-3BB08E89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A23A75A-0A6E-4DE3-A4A7-EFBFD90E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9962F1D-7260-4E97-BDA5-C98BBD4B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587C540-36DC-4250-B5F2-E715A3CC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9B82D35-F4F8-4DE9-AC84-B6C7C59E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BB8342A-3755-44D1-B0E4-703EF8C1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22DEBA1-8844-4349-A4B1-D87D0BFA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C11776C-24B5-454D-8346-67412C95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6693EE3-A955-486F-9A4B-A612035F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D59B956-9BCC-41FB-BC56-B71C216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E7CFD62-43AD-47F5-BD9B-683817D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F141A50-B9F8-4703-86BC-E9BD438B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3FBAE48-51AF-42E9-981D-58C5C20E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26044AD-A712-4E97-B62E-D2A0990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2F6DAAD-54F8-4F52-B884-B24E435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9D05395-7CB9-40BE-9BD8-25562334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FA294E7-3B6E-4A29-80ED-80D97BC5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F1AF1B7-B25E-46F2-8360-4A3425CE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1A0CC78-F7E2-46A8-BC09-791B44E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361A832-CC90-4B31-BEB9-D6E5FA43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B0FA10D-370B-44F9-A22F-AFE5F64C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592626C-3ECD-4613-B533-906F0921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9843177-D8BC-4D51-A47D-366857A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AE08C41-5F6B-44A2-BDEB-7D67FE0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45B7B18-FA70-4C14-80E2-214BDA0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F14B580-3088-49AA-BB69-FBE4E759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8342472-5246-4080-B01C-D31E8AA2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0F94902-0591-4F95-835D-AE264276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D569297-86B6-4468-B5B7-76C43C2C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9E2A775-2238-4659-BF10-ED53084A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83C6AE0-AECF-470A-9513-B55F4284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ED44ABC-3477-4B35-A438-AE98DC83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92EBE5A-1C80-41EA-A6BC-C61C6008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90F809E-B283-472C-85C0-B47DCEED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D739E28-E209-492B-968A-FD69D383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9634F2F-C13D-4D5E-B016-9220BDC4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34C6B002-07C8-4D0F-B4E1-A2EC2DD7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BB802A7-68D9-40D6-B633-B9346161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305375E-2535-4656-A84C-C102179C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2A216F0-60B0-479D-BC11-FEB1BF10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F21CDB95-5C57-4E9E-A23F-F7DF4D50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6F7ED5D-358D-44C4-A96D-A33316B3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CF8D58D-6934-4030-AA55-BF8A5BD7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78CBF0B1-8C55-43D1-ACAA-964EB90F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F23510F-17B7-435A-BC89-A400283B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53A92C1-5CF7-438E-80C4-F5E024D7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6323A79-F89B-4E04-A5C0-B6136133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12586A7-399E-4ADC-8FC7-C253B908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C6889E3-3424-4915-B4FA-3F464169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7CCE1DD-8C4D-4AF8-894E-0752171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FD58806-D992-43AA-94D1-AAA3D26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3185D23-E38C-4C01-AA3D-D1E89983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DD5DAB1-29D7-432E-9850-EA86DFC0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3B4E2DE-68C1-4199-AF24-26CC025C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2D61148D-F2D6-4BBF-A96E-6D42DEB1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3442A46-7913-4664-9F60-90277C2C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F852118F-AD42-4F92-9EA7-5F32A4FE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B752FE52-2CF2-41BD-A2FE-FC14144C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1C893CBC-DC04-4CF3-9D95-5C40B2B7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E176424C-FDED-4DA5-B965-50773510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8704CB2-D841-41BC-96F7-CAB39C44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3D492CC-2E8A-4BAB-9385-8C941EE2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B21D1D9-5EA4-4DE3-9421-D6B9FA7F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AF2786C2-DD3A-4DCD-BC70-1662F5B0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C1F4651-2E21-4969-938A-CB51DD0A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9BA721E-01D2-4AF7-8FB3-352A6E1C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499C544-E2C1-4330-9633-DA2E64F5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97C1E6A7-925A-46A3-AB8F-65BBE9C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BB8013C8-B8F7-4E3E-81E4-68AB81A9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D492275-069A-494B-8D6B-816F1DB3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B6CAEF1-6976-47F5-9AFF-C47CB352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7812B9FB-AFF0-4927-9B06-7EBB1C1C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88C178F-A87A-42D7-8726-F7D7FBAF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67671AC-0E26-4800-BBD9-FE1EB73A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9AB86AA-EED1-4F41-AD05-C459E8C7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C21161B-E1D4-438D-BCDE-B373BE6D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1ABE478-5D4E-44DB-B148-B04CA137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EDE3F22-2657-44F0-9478-57046B78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363B55B-9612-4D43-8C9B-57ADE1AF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A019F3AE-5042-476C-BCCB-E995E8C7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BD68A5B4-F00C-4C7E-AB37-CC8BA761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1A77EB1-DFE7-404D-A7C0-A0AE7A86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5CB57968-EF02-4F03-99B3-81B4DF34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D6A3E8E-317F-4034-81DE-7E87978A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DA4C3FF7-AB9E-4090-BF29-7398E710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0C913C7-E390-47F5-9B5F-08BA0B73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C95DBB11-B5E3-4ED0-8696-CF63B38B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57B8063E-1885-49C2-8110-738CFF6B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41C4B0D-C577-4BF3-AE61-BAC69549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9907D30-C1AF-4B84-86DA-EB5533F9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14C93A7-7A5D-4902-94AE-04B89F52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B3A6445-D1C3-4BA6-A657-678DC27D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99FD499E-637C-4B04-A8AA-96DD90FF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DBAF54A-7FEE-49C8-A0E6-487E3D17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415FB54-3A07-43B8-8932-80C5BEBC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90B057FC-09BB-45AF-B4A7-9059B2B6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99B3EBC3-FB6F-4257-B215-0EE91C60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C10E0D94-C51B-4BA0-9B36-08F5258B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91E32D0-D672-43BA-9DFA-BB075B84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6C81F0BA-0F27-4BFE-99AA-A539F95F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D2D4C24-4066-4B59-866D-F9F7BE9A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A5687DD-45F6-4A16-8782-191667C0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15C7A14-2A8D-4EB0-B364-75FE7DC6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265EC1FE-BA3F-41A1-8B9D-F92FFE77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FD7FC93-0C21-4381-912C-1A87BE65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9A03B935-03D0-473E-BC5D-6E94C3EE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684E970B-A62D-464D-917B-AC7A75D9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D1E2014-AFF3-4AC6-B39C-83779E79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F934640E-30EF-41E6-A662-57BF5141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6872D27A-0A05-45FC-AD38-713C6D68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8416B857-7108-4ABA-9433-4D36049B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9D2B2771-7B00-4633-BBDE-9D213B85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B0925D22-2ED6-4D71-A05E-B588D9A2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EC77ED4-1D3D-4211-B904-C2950428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21720126-5CA1-41C2-8622-77821E6A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24DA404-4DAC-4DBC-8F0B-F136397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2879C0F8-A418-4EC2-B77E-26AE3DE6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E92942E9-A0F9-49E7-9FA3-92C3B0A1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D0C15B0-F4C8-4894-85C3-748D5880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DDB9814B-0F7B-450F-AB9E-C54EBDBC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DB91F308-F211-4FCF-8302-43E54668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FA0DE327-8159-4B06-AAB5-DB0A3F00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0BE19E2-BDEB-4A1C-99A0-3112CE4E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37E5128F-F6C9-4AA1-A2B2-5FA802B6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EEB42AC-F847-41FE-9C27-24B30DDB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B930014A-DA89-4B5E-8B3B-CEC6E2E9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7D4E78C1-EB6A-47F7-A764-4FED7C77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095A401-C330-4DD2-A788-093A03BF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40FB513-7CD0-40DC-9776-CCD5B8D0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E555C347-E3F0-4248-A5DE-1F38B5EB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22E2B6C1-FA2F-487E-B61F-4ED1454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44918C9-80F8-49C2-A765-F122477C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9A88A009-B9D6-4026-8307-376FB84B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2EDDFAD-D5E2-468B-BE60-9E34C0CB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DA4B05C-731E-4638-BD63-06A3593C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0708E95-235B-460B-80E2-DC82BFC2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1DA21B7-A207-483A-B3E5-44E53778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4B20E0E4-C0F4-4C15-B9BB-81AD950C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040F8E7-78E1-4A6C-99D2-B918C91A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3358D4F8-AF4B-42DA-B430-C2CE09E1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4FD5A42-E85D-413E-937E-C9D36600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644FB91B-AD48-401C-AFF4-C41A9FAB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B003F058-3696-4B9F-98F7-F830661F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B1222F8A-173B-4172-A929-60501AC9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93711CAF-9A43-4097-97DB-3D095067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8E921A9-CC32-41CD-A068-BCC42F18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CBD4E34B-D524-480C-AFB6-C4E51623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4814144D-E22E-4C88-A33D-4FB21C9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A1608226-C980-40F1-9A7D-A03FE876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60D47CE-AB85-4687-9BF8-BFD6FC80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4C8549AA-C5E2-4932-A9BF-B1F5ABE2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BB1586DA-601F-4F66-B7EE-3F2ED564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9A33BD97-891F-4995-83C1-C4F7BFAD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775DEBAC-C97D-4D88-A055-B87CEDA2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EB5E3BBB-FECC-4368-A1AD-A2D1D4FB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34A8A7F0-34D3-421E-92DF-72EAD6BF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D8D6F7F3-4A6A-4E49-A0EC-A8FBC67A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2E8EC89C-A335-4089-B8A6-F5800FF0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AFB0C07B-04F8-435B-9C99-438717F8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421EED8-AF38-4734-B8C8-9F1DF25B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1F0BB6DF-2F0D-4064-9525-6B729C8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43DA0A2E-0086-4816-AC89-68459711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82357C2B-8978-456D-83EB-C0118BBC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A2270532-1588-41B0-873C-9CCA07DE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6D3C8555-EE48-4057-9EEE-73BD3A6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60CA91E0-E60E-459E-AEC2-73AD8319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E3C99C9-DC11-4FD8-8660-8452D785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D712180B-D67D-4968-B487-81C35AF7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A530B423-5882-4179-9748-E36D680A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AB078811-FA50-442B-9D47-0A41D41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C7A4342-1D27-4B89-A66F-BEBBA8E7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C89ADBBE-0173-4DC0-9300-5A93B2C8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AB2CA29-7FE5-47CF-91D0-33DB65A9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5D77BCA7-08E3-4B7E-8326-9BFA5619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F8D7D1B-918B-4C03-8992-C3F7E03B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E65877D-D4AC-4FB0-8CA6-057000EE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D86BE52E-F52C-4DC3-9FC1-EFD3B250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CC9AA6F9-0343-4583-8C4D-69536D28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0C1E7124-1E91-4C43-BF39-F60E8253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056F289B-4596-4F1B-927A-BF48321C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DCB34841-E485-4A73-8E04-E0DD25B8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413DDDB9-3F6F-4CD3-A180-1F67022F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6B1A594-2DA7-413D-BA1F-F6663EA5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FDB58293-12F8-4ECF-923D-27DB7A3B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5657CAEB-3869-43DE-9115-CCA1985E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8AB1AF00-21B3-4B7B-9F37-DF8A8275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665C9DB5-32C6-4419-80F4-48F57162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1E7BB07D-D182-47E0-9750-007D0EB9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E3520C60-35B2-40D4-AD47-801F17DC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B2546F78-E940-4ED8-A6F2-EE60378A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9A99DC0B-0AA9-44F1-A5DB-AD4E4729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CB7152AE-5431-4B2A-8686-35E9F096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ACF009DB-51E7-4FBC-9B54-438BB1C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53437163-926A-4553-91F9-ACF0327D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1C416703-9997-4F0A-91F9-F11CCDFD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B7E6DD03-3FC8-491B-A7FA-04B9B6D4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A416495D-C015-437D-BEF7-568F1E86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89300D6-57FB-4BEC-BDB2-7A8EB71C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6DF916C0-6128-4713-9227-B50010E7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4866B1DF-F15D-4934-8B37-E6E8CA6A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E9692A37-A622-4775-A25F-24B3FFBB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0FA42167-7916-4B7C-B89D-6FD6EE45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FFBDF1F2-B0CF-4287-A4EC-D74BC73F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92736796-55E7-4108-9A4C-6454BA77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E4DE0964-5B14-41A4-B899-31B1F7B0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7BE8D2BC-4FC1-4635-905E-99F89904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4F091EB3-CC0F-4D04-9D4A-50D25B44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B9BD74D6-2B71-4FC6-BA7E-B25152F2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478EEA26-CCBA-48FA-A108-94590432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DE50F0D9-74EC-49FB-AD88-8AA84147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F9126B48-FECE-462F-8D21-EBFAB241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3639BB9-4581-4A7C-A0C5-DAFB44D7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48D5DF91-23D5-480D-A8F9-B31D6D5F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6B018F53-1893-430B-8F3B-117CC05F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5286EEE2-BC26-43BA-8418-742F0EEE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4CEBD0E0-7E1D-4A91-858E-191BCBD4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8A34DC97-AE11-48F7-B4FA-04D865F4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217C4FC-857F-4546-AE0F-964D0CDB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80D65887-4DD0-41A1-99AE-D9B01BF6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5DB07F75-F9B4-422A-A798-6A5FCD99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67146D78-02B9-4274-BF2D-233816E2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CA50CA6F-043A-49FA-A14F-0D40061D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97BA5209-47DE-4E13-8792-754D22F1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BCA84CD4-7B53-4181-AA84-BC2E6213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9A7DFA3D-EAF7-498C-A164-E08DC00C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78A4A960-40CA-429D-B5CE-2C237375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BEA87579-174E-43FA-A234-479D9B1D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A476BF1B-0024-4CDB-B21B-E241AEA6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07E527A0-7833-4786-83EE-AA72F8CB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0687C427-5C74-4D79-8904-042B9CC3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E8B29F44-AAF8-4CEA-A38E-46AE06A5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3FDFC479-5337-4157-856C-271C71CB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A42A9ECB-2C00-40BD-B639-AA4D49BE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19833D1D-60D7-46FF-A0EA-DBB38BFB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0F13819A-B2DD-4B74-BB42-55BAB086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203E19F4-7A56-4723-B3EC-3301A09A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F0B2CA2B-183C-40DC-80D6-B8914700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CEE70C10-B344-4DF5-B782-A590519F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8B497831-C961-4CD6-A412-16D71636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362A7653-687E-42A7-B50C-92D8EA4C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90D0DEE0-F955-4DA3-8DA0-F3182782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67BC8157-266E-4C43-8F00-3EBD04DE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0DE00317-7444-4524-AB52-ED8B1458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E1E45A8-3258-47CC-9448-8F30907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2CD1026E-5B48-4866-8079-AF277FFC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997B69A4-A9A0-41CA-A7E7-6FF12E24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751BF566-946C-4A9F-AD5A-472C511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FFC52486-B98B-4D35-9D79-F3799046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114674EF-98C7-47CA-BFAA-CB30CCCA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824DC9FF-0584-4568-B674-2BB624E6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38DEEA60-4904-4A1E-8E7D-3DF31F1C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2C897F8D-D8BD-4372-8158-B602D363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D3BD5CED-6D48-404A-BC25-DA8492DA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D3173AF9-909B-41DC-92DA-C1A042F0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07131086-DFAC-4E40-B855-4F681C10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6F778D4B-85EE-493A-814B-DC996278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ABBACA9B-9046-4745-9D65-417D4003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F491857C-EF00-492E-8690-E019452D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3BBA7B53-A3EF-4772-B24C-BF7441D1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5967D81E-A7C6-44E0-97EB-A5E94EF6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9F3EBD0C-F8F7-4524-95D2-58C09B36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5AAD6990-519C-4BED-BF90-6522BF58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15BE47F9-6587-41E4-A71E-8641F0D1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03EE1DDE-21C2-48C7-8FBA-54A42926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BB552D74-1E59-4424-90C8-925FB178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0A11C192-D18D-4109-9FB3-53F95F91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6120AC23-ABCB-43CB-A687-477E9708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CB528D78-2735-404C-95DB-E250CA76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94C85792-F31F-4814-AC1A-1AB84FA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219116C4-7E70-4A9F-BB6E-1CA0FC71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23224798-BA11-4BD5-A99B-AEDA05CE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5DA31D47-0BF9-489F-A364-EF330BD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164114F9-0715-4179-85DD-5AC072BB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7443740-D28B-4036-8600-B17CDC61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EC3C6BFE-EDC5-4EE1-8972-56CA1A93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7F5B87DA-B2C4-4C78-B8C3-6351354E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2EC18559-CF3F-4059-9C05-ABED064E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2E6AB2CD-3CBB-4369-BFED-9DB75A8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802102CB-C509-47EA-B09E-535B5113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D1DCF299-B28E-4003-AA99-9951BA5E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42638C33-59D9-406C-8F0E-018E9359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C533153C-AC75-462A-8D58-5F2D8E93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36B45116-1CCF-49EC-B9CD-8CEA83EE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293E4857-61A6-40A9-9766-E591D61E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6E085C03-52E9-4892-A96E-1FA34063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A41967CF-C84B-431B-B51B-FCBD3A26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240A03A2-C8E4-481F-B073-49938E2F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2548D725-7FF0-455A-A883-CB20E250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0940D042-62D3-478A-9BAC-EBEBD061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C60CFCFD-47A0-4B0C-89DF-CE94033F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136C7D7F-82AE-41D6-A194-C611117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F30329A8-2A20-4CEC-A613-429A4949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7849669D-B6DF-439A-8229-B5FE9680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531742DB-F525-4201-8034-79053E12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88452632-2A41-4FB0-B97D-3536614E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1150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D7BD4FEB-3A61-48A5-8551-83FB0890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MINECRAFT -&gt; LEGO</a:t>
            </a:r>
          </a:p>
        </p:txBody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2D7035F1-3164-4529-BFB5-B5A6FC39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6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crafting code</a:t>
            </a:r>
          </a:p>
        </p:txBody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76A1F7C0-DC2E-4565-AE06-5CC48646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HTML and CSS proof</a:t>
            </a:r>
          </a:p>
        </p:txBody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A5895989-DEF1-42B3-A92B-12D8A4F2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762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0C3266F-2B4C-4E55-913B-908B2725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CODE</a:t>
            </a:r>
          </a:p>
        </p:txBody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3A473DDD-097E-4E3B-9E0C-432BBAA4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2573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The layout is assembled as reusable page regions and section blocks.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5677F7B8-660E-437F-A1A0-AB81FD13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49530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C6BF9309-4317-4FFF-BC40-7C301D6C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84446999-EEE7-4099-938A-BFAB7148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911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9D8BCA11-3A86-4DB1-AB6B-95A488D3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53340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334346DB-85DC-4791-A5D4-E7D39623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38375"/>
            <a:ext cx="523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2C37F270-147A-44F9-9538-0B8482B7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391150"/>
            <a:ext cx="523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E5E05B2-34B1-44A8-9FC4-65D7CF9F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33387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&lt;header class="site-header"&gt;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&lt;nav class="navbar"&gt;...&lt;/nav&gt;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&lt;div class="mega-panel" hidden&gt;...&lt;/div&gt;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&lt;/header&gt;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&lt;main id="main-content"&gt;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class="hero-section"&gt;...&lt;/section&gt;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class="discover-section"&gt;...&lt;/section&gt;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class="marketplace-section"&gt;...&lt;/section&gt;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class="trailer-section"&gt;...&lt;/section&gt;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&lt;/main&gt;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4E5C763E-9655-43E0-933A-19D2B002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46482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.navbar {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display: flex;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align-items: center;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padding: 0 clamp(24px, 4.05vw, 64px);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.mega-shell {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display: grid;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grid-template-columns: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  254px minmax(620px, 888px)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  minmax(180px, 255px);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.hero-tab { transition: transform .3s ease; }</a:t>
            </a:r>
          </a:p>
        </p:txBody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D0530D68-0EAE-4BEA-94B2-485E04EE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A3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47A32A"/>
                </a:solidFill>
                <a:latin typeface="Aptos Mono"/>
                <a:ea typeface="Aptos Mono"/>
                <a:cs typeface="Aptos Mono"/>
              </a:rPr>
              <a:t>index.html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4AF069E2-D277-4F7D-9C88-1F99E617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38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1B2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51B23"/>
                </a:solidFill>
                <a:latin typeface="Aptos Mono"/>
                <a:ea typeface="Aptos Mono"/>
                <a:cs typeface="Aptos Mono"/>
              </a:rPr>
              <a:t>styles/layout.css</a:t>
            </a:r>
          </a:p>
        </p:txBody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58923D0C-4F48-44EA-AAB6-CB22D7C0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00475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C96EEDCF-0F8A-4E66-9E05-505EBE6A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762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E3C1AB1A-51B7-411E-A4B7-DBCDF1F5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BF217745-F9D1-4911-9405-2A61EFE9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242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940B6C01-0355-4F3E-B86D-2D8E89AB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57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F2CD1E8-38D3-4AD1-82BF-9724DBDE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3CCF734E-04D0-4491-AAB6-4DED08BA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95675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11A00414-E2A8-4185-A620-65FAAAD2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57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D929266A-B6C2-4482-BEC3-52C479C8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11F13DE9-5301-48B3-8162-7670EA02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76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46E29E08-0F1F-4B02-94DF-F3FFF19A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0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3CD37C1B-7835-4FD8-BB67-97204845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7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ABB46CD1-5B7C-4D82-9C60-0F0CEFC8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191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90A1E1D7-5F94-4121-BD80-C2437300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099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D4298BA0-03AD-4B2C-82CB-3EA6AB15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14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926BCC0E-E925-402C-A413-8366E9F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197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93682B32-5488-4C0D-8F6A-8D4F36ED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7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9DE5CD7D-0686-468D-875A-5AB2A2C6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FED62DC4-8E16-4D4D-A663-7EEFCA0E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14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ACE0EBC-6DEA-4D78-973B-12E9A5E1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10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DD39B74-E7AA-40ED-8F02-88072854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95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B235E28-5E0A-4E0D-B480-1CA86A5A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146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E87B003-1A55-4175-833E-99342A89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7162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7485307"/>
      </p:ext>
    </p:extLst>
  </p:cSld>
  <p:transition spd="med" advClick="1">
    <p:push dir="l"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70648-A119-4FDE-B25E-56F0BF5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EF289-8C3F-4BA9-8D3B-A9977F07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84CA6-5E76-4AE7-89D6-2D355711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5EFBC-607E-403A-AF97-97A2BB9C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5B38E-1ACF-415F-8A5C-1AF2AA73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137C6-9F64-44C3-AFB4-9867AA8A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2B28F-D18B-4C23-A4A4-668C924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07402-BC70-4AAD-93F1-8E0CFD9D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17A4A-F05F-4E7C-A70D-13FB3290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0A44-04E5-461D-B798-BFA6279F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8B6DE-3DFB-4638-94A0-EF307BC3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CB786-2E6B-490D-BCB8-09184608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171A5-A550-4A34-BA9D-24382179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C70DF-3361-48B6-AD6A-CA00D03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3F4E1-5320-47BD-850D-DB187479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76639-782B-4C4B-8C4B-CB368D77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8F0AA-CC15-40F1-A507-0F3CD9CE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6831D-C6A0-440B-9DE5-6C4F2451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E972B-A9E9-46B5-8BF5-41B25306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FFD20-0557-4126-9CCD-2A2EBF3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5AF6B-E290-4F35-96E7-336FBA0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C7C4B-E134-4C8C-B51A-8DBB61E4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5EA3F-B48E-44A5-A8BA-2BE9E5BB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0C715-359C-4142-8BE3-3D785BB8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CB386D-0F73-4F3B-A9A7-EB96EFF8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98874-B97A-4D17-816C-03923EAC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1FBFDD-100C-4164-83D7-8C53FF20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15B23-DD82-427B-B970-1A7FEE14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F57E2-664E-4AEF-98DA-352294FF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C65B3B-82E9-4EDD-89A0-35F9F641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B9A04E-0B1E-4366-85FE-29C7D88C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F3F746-A679-48C2-A7C5-145D98B3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7C1106-4A8C-4148-8237-18D0B3D3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CE845-A075-4A80-8E71-34D0B4AA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464DA4-52F4-403C-BE69-8573BF61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D9A2E8-21E9-4297-8F09-A581D694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9907B5-C5B1-47FE-9664-BE660AA4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21AFE2-3358-4114-870D-D74E7C7D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E0A49C-DD48-4AE2-B45E-C6372429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A47942-E9C3-4AE8-82F4-8CF36EA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596A0B-4C7A-47BD-A2B6-D2E98EB1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C968DE-B902-4D34-A5D2-C7AB4F02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7802F1-A417-4E68-8959-45E87A12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5E2DC8-9DF9-4150-BA96-9EB31CFF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0503B6-5CCB-4275-8EDE-63B86395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3D82E-94C5-4C28-917E-89DB35E4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0AFE2F-A09D-4A6D-A34F-B73B100B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C320E9-C2BD-488E-B741-41BCDB3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E14B23-2455-47FF-8C55-157D6A69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7D6550-B67F-4CBC-8AE1-41CC30D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D44685-C6FF-49AA-B9F7-7C2A121E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F38B4E-9A70-4329-A1D0-0875310A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AC73D1-0F49-499E-90FD-A66BBD60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DA88A1-299E-4E4F-8688-2D101908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3F9BDC-AE15-4704-9F2F-525BF873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31B9DF-02A8-46F9-A6D4-4B63BDE6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722AEB-A30C-4EEC-9A8A-511F4B12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7DB740-0D5F-4AA1-B803-4BFF5F43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101EA3-8F76-4C9E-8022-F039BBC7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E30640-2E8C-438B-A11C-3B690DAF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870BB5-215D-4FFB-87B2-C2035F6D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09BC47-171D-4A4E-B6E2-B6E76216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FCD53F-3D98-41D2-98A0-C8436C1A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9CECDA-BF6B-453C-8644-47142A82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2DE49C-8124-49E5-B6A4-93544191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FD664F-AF7B-4D38-8F35-553B014F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EC4AE3-A057-438C-B08B-4D0AB2B4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F1B920-416C-4DBD-B38C-FBBF0812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8638A3-8C4D-4F0E-95FB-F7555DBD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C92545E-743D-4891-8BA3-9B08BCA6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BA95CB-6CCA-4DF5-8C7E-BC242F04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43BCE9-A626-46D8-A656-DE1100A3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9A334FB-564A-477E-B330-34BB8D11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BA2510D-8023-463C-A79F-2408F4AE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B6B603-0EF9-4CB2-9731-D3B6FD48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71E60F-9C90-4C9C-A686-01FFFD32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D8AD88-F104-4B57-A800-1D82276B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0E5A8AE-7993-4440-8529-FDA82EBA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661F2E-6BF1-4EF9-8F43-26F03DA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140843-D589-41F0-9F4B-7A6A73BB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1B8F003-6874-4BA3-A84B-EE9523CB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DB2106-A4D1-4255-BBC1-D5559F1A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B69D91-41DB-4726-A9AA-942D315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27525CB-D6B0-485A-9689-8D5315A9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133812C-9398-4005-BF56-2E823B2F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011212-F0BA-4BFE-846E-6BAC79F5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42E4694-7A20-4E7F-ACCD-CA830CD9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F5F1CDC-4755-443C-B219-61EDBC5B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BF31B36-3F7E-442B-AFB2-12942143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507F10F-5FFC-431E-8F87-CBD236A5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9461D88-B6C8-4606-8F4C-FF201B3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43C22D-27E5-4619-9E1F-9F9809DA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2108BCE-597B-4B23-A393-A6D0647F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5C54B39-B0D5-4926-A7C5-FF69AC2B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82A29A-B418-4ED0-B7D7-8FD42B06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DA19760-FD16-4EA3-8E2B-63BABFE6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67E541F-6343-4075-8F0C-DC71D0BE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CF3389F-F402-47CD-AA4D-7876C1F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D176EC0-6FAE-47C4-9920-38AA6B59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BFD41FC-CA46-4D0A-AD32-B2AE55EA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BB7BA18-98FD-444C-A910-796BFE45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2E07488-0473-44FC-A65F-65FF830A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74B27B1-2E4B-4C29-8783-E0838DF1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CA56EE-FBF1-4DC8-B3C0-6122DAF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8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9EB073F-F1C1-455B-ADBF-1585FCA3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58ADA5-8E5F-4E0B-A0AC-FA6C9FC4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00D7036-A8AF-41F6-8D5C-7879F902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BE707B-D4FF-4D91-86C6-6734D79E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92F0808-991C-41E4-A7D1-EF7DB9A8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6D64515-4985-413C-B98B-E031F270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0F821DD-DE39-4ECA-B252-254C1677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B604A06-C5AC-479D-8415-7FE76781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968C5C9-7B7D-4A43-95C3-A58A5FB3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E5E2E22-6754-4646-BFEA-9EA390AB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7E2EB68-9220-4C82-8799-6A434D2F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C0F1BBF-B88B-4C5E-8253-ACE1D299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CA11AA7-26FF-42C2-A01D-1CFF5840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BB4A8D7-387A-4ACD-9C2C-DEED95A3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7B9A919-92C4-4008-986D-F1927C2D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5866844-B009-4A3C-BC0E-F4C61EA6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42DEA98-D999-4937-AAB2-6185C2D1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88F575F-1480-46CB-9DB9-5554EFB0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608DFCA-E56A-46AE-98FA-E7E3CC11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13DDFF4-BD28-4C51-B7B2-575CD972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7606E57-1F9C-4EB2-BC88-54B6E8EA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CF52B10-2BFF-4B19-9BDF-D3F0A8CA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BB9CCBB-3DCF-4D2E-BF95-B346395F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1490730-37B5-4F0A-9276-3F627119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DD22021-66F3-417D-A78E-DF5AD1D1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1B0673C-ED3F-47AB-A670-09B86438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8309A56-84F3-4E35-A305-14BFB31B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05217DE-C8AC-4053-B4C4-77D3530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097D040-DD97-486A-A580-D0A1BCE3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5B0B2C4-1C0A-4B3D-B504-09F2B628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00E99A9-59AF-456A-9B2B-C52E7192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205D249-43EC-4985-BFE0-5EFA22AE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4BD34E2-C373-4BF9-979E-CCCF434E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AA3146D-0796-4A93-B32A-CCF94E64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D48DF55-42F9-4C68-905F-427A278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4D0EB85-8147-49F5-B1B7-9C95A543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3865FF5-4AC0-4725-9710-E4098F7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7AFFC69-E681-46D8-9FCC-4127DEAF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6BBF7AD-F06C-4C7D-88B7-7696AA96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DCED2B4-D292-4ED7-81D5-E3B13C16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BCED628-2553-49ED-A76E-37539F69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C73AD7A-8D9E-4C53-A8CF-F662F49E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FB82F76-BB7E-40DD-9470-65B1D54F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8D52D94-D268-40D7-B528-EA552E27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0330C1A-49F2-4C43-9F66-9AE743C0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2421B3F-FABE-45CC-8CCF-CF06F929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B54BBC4-AFF3-4884-A99C-6B4CE208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14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B4224B6-20DE-4F50-830C-C75C407A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A09A1A2-5D05-4340-9185-0D2A1439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3228869-F2D3-46E7-A305-A376FD9A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09638FB-004C-4AF9-A2AA-1CB864C4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69720EF-8074-4BA5-9090-F25B4A00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F8CE2CF-019E-4799-9E3C-47BF478C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557D5C1-E270-4351-9228-98F09EE5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E401E70-301E-4290-94B9-6746CCA9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ABF1BD9-C6EE-413D-BF02-32C2C3E0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138DE03-4467-4A7F-84F3-E9E7BD2F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2E8141D-06EF-417E-9F42-E3A9C120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7945290-355E-4DD2-9D7C-8688B4FC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4A304F7-B922-412C-9EA0-7342318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A4E7569-EC3E-46E3-ACEE-F6E08B4B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0BCFB44-C729-4DB5-BDF7-F973F9A9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6AF014F-3C4C-4BA1-A37E-699F05D8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3640A35-2CA0-4ABF-BDD1-69396B53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6C74556-F183-4A55-8A90-BF75F68B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88777B7-B127-48F7-A084-ED86E134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7E036B5-270D-4520-894B-809863F8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EF3EF70-33ED-443C-81FE-CBEA4D33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5A0F464-CC68-42F3-9AE3-B5FDDC4B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71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8B3EFD3-2DB5-41F2-8CA1-45649459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6822464-BD46-45C1-A588-46A3F5CE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805BE85-78BE-4865-BE82-636D1A35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C32F156-8E8C-44C9-8452-E6F08307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6545303-7E55-4E5C-81BA-F63E7B33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D4596F1-1A93-445A-96D9-0024CDBB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AF66598-4A28-473F-A0D5-43DC141F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27127DD-E261-415D-B646-FC3E048B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2200667-60B7-4CD2-9BC6-B1AC3E53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4EFC5AE-CB82-4CB1-8A03-6FDFD54E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C34E9A5-F3B9-4038-AB90-6196643D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E3703AC-DE3C-41D1-BD73-1942F645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9F1DEFD-4EB1-45C9-A261-35E80393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C6C76F0-9C9B-4CDD-BA34-F4893BBF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5351294-47FE-4F64-A814-E9AA9554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02484A3-B89E-45B1-ABF8-A7EB2E18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350B704-DAF7-4933-B71F-4ECFE83F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97629CE-8C1C-471A-8608-83514041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9747D8C-D4F4-41E3-9264-4199C148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C2080E6-2AD3-4319-8B68-AA5D812D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0A84917-0073-475C-A075-D98F8403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E6F4AF54-4B4B-46D7-8BBE-DF71D055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8522B33-F30F-49FF-874C-1CEE1C89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8C83CDA-BA06-4BC2-A2EC-44B9ACDB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FBF3526-2A6F-4194-8CC4-2332217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51EB335-ABA9-497B-AB4B-BC9EF5EE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257B270-01A3-4919-85CF-4360984D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0A456CF-1834-4E1D-A8F0-61816925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2D2FBF3-9A09-42DA-8DC4-F5F679D0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D755B26-6EE5-4B85-89FA-62C14E32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7D7E964-54F5-455B-BC5F-A0DFE6BA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E58BBB4-A8AC-4808-B5A7-95C4CAF7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26A3186-A991-48E8-BD90-F89C115C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C04E4EB4-D2C2-42D8-BD6C-06FC5022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5E34416-0F22-4CA3-9787-D708943F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49EFC8E-01CA-4F8E-80FA-F17E9AA4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5FF7A5A-C889-44E9-8C30-BB932445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491AA67-AEAF-4077-9448-7F7E68F5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A768304-7697-4FE5-9E93-03C7A520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F0C9FA4-89A7-4F72-AC32-B8DF1A08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DC27073-3F3C-4ED7-8F57-C59541B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CD2B890-9994-4B7A-B4B7-BF854F98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DE83861-1523-4385-A300-20A242C0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CF26FF5-D254-4CEB-A2AC-91B6D09B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6BBE6D9-458C-421D-A4E9-10E4304D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3D4A0A1-86F8-4C1F-8933-8001282B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7B230A3-D527-4BB0-B5CE-F31A68FE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0C98842-AFEB-477D-A5CD-309374ED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A64EF32-7245-4912-ADE9-FECBA223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615245C-0AB6-4F97-A949-EF1A619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E58DB87-4FD5-48AC-971A-2B44B154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2D1A9A8-1AA0-4653-936E-AB963958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B9A485C-FD04-4D4F-A4AC-271FE2EA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C67ADF6-2AFA-4B77-9564-0B4E0F32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A6A908C-0E82-4064-ADFB-9E089380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EED33C5-956D-4AF9-95E1-7DCCAAEC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1592307-DD6C-4E63-A110-15882498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71CB921-7963-4EFF-AB54-33BAED60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603F1F0-912E-4FC2-B68F-0BFDA85A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14D615E-625E-4AAE-921C-70D136E1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ED32167-35CB-4B7D-B46B-E6054BF8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F9DA355-5373-4A3C-8001-08236FB2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2DFA03B-EABD-4E9C-8661-68026B86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213B6D8-E9C3-474F-8649-45C08F2B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C07C240-F31A-4869-BEF9-33DDD9A5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B11CA04-17B1-4592-A902-EF9F65B5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7BE29E6-CC6B-4195-83B8-349E7B6E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43B42DA-0E97-46D6-9A7E-A3A657A8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B752C39-1F7E-4266-8492-26E5D3DA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6CB2760-106B-4BD8-8E4A-8A38F596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FD61204C-F963-4AC0-8BFA-55D4845E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F48DE2D-6AB2-4377-B966-69E09ACF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F938E23-644A-46A2-9748-48AAADB8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E5146FB-FAB9-4CF3-BCD9-C28AA0F3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D50638A-9357-4FA9-9F56-F732B137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057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B253D18-23FF-40BC-BD24-1A550420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F46754D-07EB-4006-83EA-FC16748E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37AF6A0-ECB0-4F33-9DC2-F5977140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57A2FBD-45F5-4726-B17E-8565A352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AFEABF0-55A2-473D-A7C6-0F16FDA7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B8C0E00-6098-4243-9455-4B5CB65D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0C9575E-FEE1-4D10-9B52-08B4FB56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B3AB8D0-9E64-492E-9ECD-294657A0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ECC57B5-3821-4CD9-934F-FB6AE99E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21323E37-5DDA-4388-A974-B4C0603A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3778F54-E2DD-4385-A892-094B1408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65591CC-7E81-422E-88DD-216A6388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4808D4B-FE23-4BDD-8E09-40EFAC27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EE6F76E-CC3B-4F04-91C8-C5088D44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9B1EEE9-1822-4047-B337-B3452422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9992682-5EC0-4F52-AEB0-092103CF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238B3CC-E546-4F6F-9611-126EF448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CB1B900-F114-4B43-8428-AADDD5BA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70C52179-32C7-4FF5-AF8D-3BDE2E2D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609528D4-9725-48E3-A83B-3144C13A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A687ED7F-9708-4AA6-BEE7-58DECE58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1A7370F-45AE-4766-B034-B1711047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0B0F486C-149E-4B8B-A56C-FC7FB5BF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1365AC6-8835-4FF0-AA6C-1515DBB7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38C141C-DE1A-409D-B5F9-6F9577B2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DBAA7D75-210A-4DDE-8EDF-0A6712F0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DD200281-5C7C-45A7-9C7E-D00A97AF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BE142D5B-5E8D-4E15-A923-6637E959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B756C42F-C1F5-4391-88CA-19756B17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8DECFB20-545B-4FC4-92B3-A0BCE5DE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D0158F5-7AF1-4CF6-89E5-72A37F0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BD9B5BC5-0329-480E-9F68-37AA321B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C678D6E-189D-4781-BB87-B46FB69F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42B7452-4199-42C5-A1BF-59FBBBA4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8D9BCDA-C333-47B1-B8F7-0BF3D610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C8A8E0B-24C1-4995-BE76-975FD76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492C41F5-E2A0-4778-A13E-DBFC0B45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49AD89E-7D1F-4F5A-9BBD-8F66DCD2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96979EE-818B-4300-AE71-13EB4AAE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B7EAE22-26A8-4A33-BCA6-717EA761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4A92139-5D96-4444-91DC-7B9B82A5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ED7DD6C-08E0-4ACE-A365-2F849A29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1ACA35FA-15FF-45DC-A704-7591F827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C4284B1-62D4-4D2C-99A2-CB08863C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A86AD9E-C955-447C-B92F-4BC0036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03F7FB88-E097-478F-8C95-FF2966F3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CB04080-944F-401B-9EB3-19D21B3D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022EE2A6-C797-4157-908F-0312B229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628A8AE-2EC9-4953-B5D8-5131D41F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44804FD-E48A-4D7F-A882-1539B911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076248E-9101-47A0-96D9-FC9359F9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289AF4DA-9333-43BB-B073-E3FFDA37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EBB1CFE-4234-479F-A2F9-30AC4AA1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74B65FF-57E5-418D-BC57-491C271A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C6A4575-6077-4C2A-9EBC-AB0B971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A04E4A91-F21D-4523-91E9-4CDC2B8C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0D166C5-35AF-408A-B796-F562B7D8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C4B5227-9BCA-4FB4-BED9-64062489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EB6D309-B597-410F-B41E-57378C41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EAC6CEC-2901-4D7C-BAC6-49E7B5A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8BE72AD7-8107-46B3-AFFB-C4C05A61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7280CAE7-1454-402A-BFAE-B51CCD3C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6A56989-09F3-42FB-A189-1B2A8FC0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C481835-5237-449C-9B83-92C150AB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F963E67A-BC8A-45A8-870F-9E43BED9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FC904982-E6C7-4A96-8839-A8FAE428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D88E3BA1-6D41-4AAF-B8DD-B62366CC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3D3B9155-BD82-43BF-8660-60A84ED2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0003D31-636C-44A6-A496-81F549B2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BE1FE81-457B-4452-B982-67E0C735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330D177-F5E3-428A-96D2-42BEACA9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3C02F77-C11F-4BD3-99FA-C65E0953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DC89290A-CC7C-48DB-82A7-0B9CCC56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C7136AE0-A422-4EAC-AC38-D5E900ED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766AFD3-4F5C-430D-B700-D21A334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3065F902-B0B4-4AD5-93A0-CBE23F64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315CD087-67BA-4029-9DC8-B7A30BBD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658C1A71-9F40-418E-8719-F9A6C2CC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AE06CDDE-AD35-408A-A820-EC265511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4FEF0B46-16C2-44B8-9BDA-C4C4F47D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4E89474A-738E-42A8-8F52-B09941A9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0AEFEF27-1C99-42B7-B921-B3490420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DBEBF61F-C51F-457B-8B44-5EADBFF7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1CD9DB8D-C198-4C64-9FCD-405A803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6E6EA89C-3170-4CA3-86E1-792E53A7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32A3F49C-E59C-4252-870F-85837C63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101FB35-7629-437D-AA04-C306F2B1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23ED1FAC-8DEA-4615-A5D4-8CC41F0C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1CF49CF4-15A2-495C-B51B-FE15AE2C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828EB7D8-4289-4116-97F3-EDF34FED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5BA736AB-421D-473B-8F65-7EF7132F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58D0D697-317B-4A62-8CB4-F350AD3D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417D82B-90D2-4FF5-9746-DE069182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AF99115C-1D30-45B0-882D-1B8DFF80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E0EB5EBB-4F9C-4913-BFD6-ADE1B28A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71928EB0-8F27-461C-B3E0-8BEA4B22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CCE2C5F0-69C4-44E2-B2BD-741BB2BC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D1AB70C6-F672-40D0-B845-BD9CD240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2E7D0D2-53A1-4558-BDC1-5C7E1985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178DB34-120A-4799-A1A7-0F3C9854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12B28335-29FE-45BE-A29A-1DBDDE5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444DE0BE-DFE9-4774-A0CE-C42C6014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3C95289-11DC-49F5-A659-C03F679D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4A230D7-B374-432C-B37F-5EA99FB4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5D36B6E-D90C-4CAA-B5AD-FC12C151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B5030CF2-4EF0-456C-99E6-E91D7E3B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9E34CACB-BED1-4FAB-84DE-6CC5FE85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AEC71A7F-30A8-4F6C-B2CC-90BB4981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83BED46C-CAA4-4FC0-9CE3-0AF696A6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F1AE7762-6B0A-4F5A-B777-0AE222D8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938F30FF-019C-4795-B17A-990D0252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C395C5B1-E223-426E-B46F-F82711D0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E7557B45-C527-4A43-B9DC-F16AA1D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E6CF8AFF-1A91-4974-9013-DB9B8A32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58B09809-FAAE-49A4-A853-F096F2D0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A862F54-7EB5-4D95-84A7-05D05082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0A2CB256-A2C0-409C-8A47-D2ED1E6A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5DFD0731-C950-4D8E-AB39-5BC5BCD3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5FF57CE3-6966-4CD1-A3B6-BAD00E0B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2CC91F7C-3D84-4265-9372-72D57879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E0E068C3-C9F8-43EE-A70C-AB0428BB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6E2208F5-C424-4723-9AF4-7D4E25FB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CA0727A0-854B-4F27-B3AA-90F37E27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1703B11-8538-405C-8C7E-A40459AB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D5ACCA96-29EB-4175-AF3F-74FAAB76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BF9F8AF6-512B-4042-8AC6-5008E205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859D1CA6-B3E4-46DC-B53A-0B77DEA2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EF78CC8E-E24B-4075-9145-70E16C9F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4478041F-8082-4444-B3EE-2B3056C2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3D0B3A57-0B9C-4F23-9CBF-C1439121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F330524-647C-41D1-86B4-92CC296A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5521D343-FABB-4895-A7AE-1E15F638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927DF150-7F15-4543-BAD6-53664B7F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F27DF944-54A9-4A80-A2B4-553A5010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629AEBBA-CDFF-4975-8D6D-AD44570E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C0B347F1-3BC9-4979-8705-C507572E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0409099F-8EE0-4E31-8014-2E869B73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F8DE20A3-88F0-4497-8174-B33C0D50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D7378C0-894F-4F38-B491-F09D9B14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719C737B-20BB-427F-8534-7D0EF1FD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3468D359-1E22-46E3-BDB7-F1C33C0D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347261CA-8324-4104-8694-91E55E00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CDED74CA-6E54-4241-A385-06A60EED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4F2F45D1-9170-4685-BCB4-746702C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E14B2091-D396-42D7-BB7E-F918A6F7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11E0D45D-3EDF-4BDB-9B6E-7D142226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B8DB1576-D27C-4672-B042-DCFA193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84E9EF5B-E298-462D-BC51-FA73E2F4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749C621F-AB11-4009-B9B0-1378B4D3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BF0A131-6F38-4CFB-B957-AEE0FE8D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CA27C954-999B-496E-871A-2C8C2705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5775962E-81B2-401B-9CC7-BDF4F212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657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1E75D36-33D3-451F-A403-FEEFF05E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6F898710-8E50-4E17-A4E2-B733556D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BF464F07-B802-4224-B02B-C3F47049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E64FAB66-6F4A-405B-A3C5-C3D84F5A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260F3E28-2391-4A15-A949-AD7DDB17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C43582D-1A55-4FB9-837C-F3286BF7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91EEFDC2-23F1-4560-AC47-5281D2B1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98B53128-ED9F-49FB-9D93-63983818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835F3000-D056-4AAA-83FE-F06FE1A6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A29EFAF0-1C98-4F79-A746-0A2EC987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49A643D5-25A3-4851-86CE-1F15727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08214E96-AF9B-471F-8078-34D76C55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2CB2699E-1EE2-49C4-82A4-3820B26D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4872C647-12C0-4D52-9023-3FAB67AA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B4EE2520-6F22-4C3C-BAB0-0B66FC56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FDB33639-9715-42D6-A278-4DB1034D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8427AE1C-2A1F-4315-A836-1B9AF1F7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27E396B3-2EA5-4881-9A00-40729A19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74EA652-08B6-4ADF-B432-D7304EA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CD657471-3C78-4474-83FB-A394A56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EF2C56B-6831-457D-8CBD-025C6C0F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59AD8F3-2985-42AB-953B-95102201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74571F38-FE05-483D-A7E6-12076795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A6925151-0326-4A72-9FBA-8645BFA9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38CC0890-4BEF-4C31-A107-ED58AA87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1060EDB3-D446-4462-8DA8-F171FE1A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F5390491-9FAB-4006-9E47-43CEDE5E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F7EE6D31-B9A4-4B3A-BB60-836CBAA7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38C5EE3B-C3B7-49FC-86E4-CDF004EA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94EE35B6-20AE-4164-BFC6-0D55ED17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A6C39F39-3585-454E-B998-2666671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06D1E636-729D-4E71-9B2D-FA853F88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523D7245-37C6-48BB-A8B6-FCFE01F9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49276ECD-2DC5-4428-B48E-C84369DA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F670BAF3-E926-4AC3-A3AD-9C1CDAEF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8975915A-1562-4AF3-9943-5D3BC8F4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EC23C2B4-EBD1-41BD-AE72-3F9A8E20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E0DE7B7-DB63-4108-B175-8C753794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8CBE60F5-0461-4CE5-BA57-9C7E87C1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DD82B6D5-A9B1-468E-A35D-D67A077A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08B1F65-804F-4B7F-B38C-812B52EF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6D09B0C4-FB3C-4DC5-B526-4CD0D3A3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A97ACA82-A889-4A11-AADC-180D27B2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51C06A26-F6A4-4DA6-A596-7B309D6E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33735A5A-D6DB-4C46-B8B7-E9F85AB3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4A086366-0264-4F32-A0E8-41C47D83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454EDEF-11F0-41CE-82CF-95660F28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1A2D77BB-F245-43F4-BD8F-C3E68E53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CF3B4258-C516-48FA-AEA2-DEA160E8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9B1A0555-B44F-4468-BA8E-0332ABD6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242ADF80-1221-4665-A7A8-E560739E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BA2AABFC-53AF-4F82-9788-EA23F919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C9361C1F-A3A4-40B1-BDEF-650E3938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96E6B31C-91A6-4C38-9395-B66DBD00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4217C4B3-042C-4976-8BE1-61067232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CF311B79-89F6-43F3-B122-8F8E430D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6E679E5B-F073-4664-9BC5-D7024EE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ACFA496C-8E70-4233-9FA1-9086750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BD8D5D3D-891F-4776-8D37-FC6D5129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7EF30BBD-5EC0-46B0-B34E-629A3CB2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4D5CA14-E668-49F2-9571-23EA0C5B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AB8C181D-6A2E-49C0-8631-3FD5A0D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767F76C0-AA53-4E2F-96D4-40F155A6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21AB023-5AB2-4998-B5FD-7BFF2799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016CB7AB-A18F-4097-B802-8C29F395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C34CA270-1A16-439B-8D03-F290DF42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A10B0211-D217-4253-BAE5-EF7072B0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94EEC290-0235-4C1C-A9C1-AD35A5BC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8F1CD2DF-0842-487E-8AE5-9C509699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6006A82C-F829-495F-ADEA-42DE0FC2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DC3BA049-89D1-4435-B691-A39F3430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C7F5282F-8D0A-4569-9F57-EC5F9BBE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98E6A377-1AC5-4DE3-9537-BE19F952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E5E82756-E29A-4323-85F3-971F6301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2D32860D-1878-45F6-BCE8-61D0EC51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3C30DDB8-BCA2-47E9-97FF-5ABB426D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671891E-6196-49C7-9AD7-37D4BFF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D6A50ADE-A548-42BE-93A1-8CFF6D25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BC95D9A3-AD4C-45A4-A7C0-A3EB4F72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C58BB9AF-B929-4A87-B526-769F48B5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BD5C5031-13E9-457C-89B9-9269577E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96ABF82-EB16-45C9-8175-2BF28D97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CE2CF3A5-F12F-452A-A8BC-594D0108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15EE4D30-DC29-4922-B56F-400B72D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036EB3DD-CCE4-4572-8987-39B29DC7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D1B0945C-C4A8-49E9-BCF5-078D411C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E5D41AC7-A972-4693-A768-B73BC687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DC9B0FDB-9152-4F5E-A010-4DFEB6C1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4A1F52AB-619B-4C48-A3AF-E70BA554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1B6A8F6A-C660-47D1-9BC5-A6F1A137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A36FEF3E-0499-423D-85B6-7A4F6384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CFD61EC1-D0CD-4786-9C1B-D3E369E0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82F4EE75-F15E-45C9-BCB4-DE060C76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AA0E1331-A80C-4968-B1D7-7000CB1A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5C2C1A60-1828-4C24-AA86-9BA7802F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6DF57821-9AF6-48AB-91A3-BA7F7B04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BB15D9DA-4DAA-48FF-8CD2-FA29250C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A41D5ACF-D34D-42D5-A82A-0F64679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F374D392-A733-435B-A808-7E3F2155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CB273A0B-E49C-428B-8CFA-EB00FE8F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2D43051E-07E7-4284-A2EF-88B41E71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15996939-81B6-46F3-BC21-AE1D5C7C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D2D1865-082E-4936-8E4A-D274844B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B3CF6649-A8F3-49AA-9854-DCE2320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F7C36F58-5061-448D-85A9-2BE88F6E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BF6E5C1A-FEAD-43AD-AF12-73EF6E4F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E5851DA6-B3C8-4494-9966-169A87A3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DCAEA665-F579-4E88-B83D-0071CD9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26E77A81-D754-412D-8F4B-EE4F040F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AAFE1DBB-1F83-4FAC-92A9-F3D0F032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5782E16A-A2CB-411E-96B3-347D55D8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890884C0-3319-4B1D-A897-F79ADFE1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302654D-5366-4869-A302-03060220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665BF69C-D799-49B8-8961-0BD8EF0F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ABF429DE-EEC8-4DD8-84A5-FD784380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66836C72-4DC0-4293-BE19-A2B77D64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2C67F7CE-8666-42ED-9219-AB5BF825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AB6A833F-AE37-408A-A7FF-31C55F31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52B25C3D-B492-428C-9093-B8DB585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36C1781E-B1DA-49C5-AC3E-A075B75D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9AAD8093-8549-4CFC-8DFD-757C2977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4FEF59BC-5640-417B-A92A-4521EF18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24BD86DB-77D5-44BA-9A10-26066D61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5AAF3CD4-5E62-4EEF-ACA4-BEB855B2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957017BD-D8B9-49B8-9DAC-AB903A2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DB9DBD49-62BE-4C83-803C-903F834F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800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E9FDF5D3-BD23-4085-8402-C67F0473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761B9157-3B9A-4F89-8EC5-03BB9E68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96D56E1-2537-49EE-AD10-86684959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4FFD1A5A-9AEE-4E88-90C0-DBEF5634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A3909CF4-C2C8-4465-8C7C-236570AD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B36B53FC-31D2-4507-9814-A413DA05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E6DD171C-5A4F-4A1D-A91B-FAD23CBE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F8A77F2-F57C-4F3B-A9A7-BD6B3EE6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0E24F74-8D0A-461C-B2AB-7CC48A96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DF97A99-E7D3-4953-BEB3-173E5C0E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DFB1F50-F4C1-49BA-90F5-B05FFE35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1F1E812-CB53-4A9B-8F11-6EE4BB0F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39AD19A-80C6-4259-B6A4-B00EE5A1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3BB1643-7B94-401B-98C9-A9D6DAB4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940DBD2-E3D9-4D37-8499-26E1921C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235922F-49C9-43D5-8935-90F5A3B2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59E6EAA-7751-4F58-822A-BD560BFD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2F2F5C7-91D9-4B9E-A3CC-6A74FF48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CA174DB5-BB98-48B8-9713-A62111CA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43A366E6-BC71-4895-AC17-041C1CD6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0AF01A1-DF7D-409E-8BF7-686599B2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08B2104-0975-49D4-9822-0D9DDDA2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F59D266-B369-4BBA-88B2-021978E6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3075733-75CB-45D3-B85A-32CF19C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A2C9B97-4B23-4718-BE02-A2AA7D07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4D72F39-5B11-4744-BDA3-7557A31E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E5508170-CD02-4193-9C01-EBB63398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4493EF57-9EFB-4ED5-81CB-19A79452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5152DED-90A2-49D5-A2A3-02B7534A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0B164BD6-B108-419B-8C55-CF47F597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B87222EC-E5A2-4264-BBEF-625532F6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11C22A72-F072-4E9F-A647-F8B56C5A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3E918C62-4B9A-412D-8E8B-F2978603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AE171155-EC51-42E8-B4B0-CFEBA0BF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F518C35-22F3-4209-8E11-982E1355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61E7BEC2-749D-4610-BC3C-87F0A9D5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DC6B8219-0563-457D-8A78-FB3D0ADA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17E3B80-7E86-4235-BE70-33BE9162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1FDD90F6-98DC-48EB-B79F-21461F64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5995CD54-9C7A-4BE7-B017-49BCC5B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79151B72-1C36-4E9A-BF41-D34FDBEC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F7A79F29-C852-42A4-A9B4-15A25B8E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38394205-2B60-4938-9F23-01270DC3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8E7EF08-F469-4CE2-92E2-FBCE1B8A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609F9EA-0DCB-4D93-92E3-98A19D6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F41E954-7C3C-451F-A43F-961418CB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784D882-06DC-411C-9565-9FA737C5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F3F4B3F-FE7D-4319-AFF9-FACABCCF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84E1D5E-49B6-4791-A946-A46838F5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0E4BC34-4943-4D67-874F-8FFD0CD7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3576F6B2-598F-41BB-8A95-80E1B44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AB4559BC-D3A4-46FA-9D31-79C6A789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52D4F470-9262-454B-BE99-C54934B7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EFA8E45E-613F-4AA2-8FBC-B8BA3705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AC541079-2185-43F7-B9E9-55D855C9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B4430D7D-8872-451E-97A7-24460E2A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BB6FF431-FFF0-446F-9349-93DFC021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D866F1E1-A8AA-4AD7-AB0A-B53C31B1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488737FA-FECE-4C79-B68F-37A8ACB2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0B1B5198-17E0-4F18-BB84-7B58749A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DEC6D737-A128-4640-A35E-D4C526DB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95934416-9B45-47E1-AEEF-9F56D63E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181099A5-08EB-4F7A-89A8-5B76EC8E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B9450118-D4B3-44B7-930D-4B4A8EEB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4C0EC765-B1CB-49B0-88BF-AC67CA44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F08ED84B-1621-4211-A4D2-28F4DFCA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FD12011B-5FF9-49EC-849C-FA6F7840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7970B02D-0C9B-4BFD-AD92-13B4AB99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EC654679-ACDB-4B49-9570-0173B8DF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C29346BD-2588-440E-9FCA-37020796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DAC95E1B-E369-44FE-97E6-A0C9944C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4AE66360-1C1E-402D-BD14-9AB361A2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7D6F3D35-1595-4AB2-BA42-A64EA5C4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86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1A62AF67-3017-43D1-A04D-8E3077FA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07A66AAC-E7CE-49AA-B3FA-F7A54D9F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9947341C-4ADF-4F5E-A697-B8A3B64A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D41A4548-0FE4-4063-9EE9-A2D66B4E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A8389583-9C68-4113-B4B0-C3BC9109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8717D7E7-1265-4CD7-A4A4-EE4B542D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7DCB1F24-4532-4DA0-8386-2606AC4A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5C88D777-C58A-4AFE-9DFE-B0C6E461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77F6EF13-9640-4F1B-A3C8-4337E4D2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7257537E-5A68-476D-9410-D831EA6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903BB1BD-9923-4620-8B76-D998FD9C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D58D5E99-AD72-4B4F-8571-8C911741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11DB5771-64A1-4EE1-BD90-78F36EBD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A606B9C0-DA41-4952-A0FD-39FCF4A8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81038E24-FF98-49B0-8E6B-543C0BC4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DA6A9DAD-7B5D-40EB-8289-5C6AFFB8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6853EFE6-AB4C-4FED-A1AD-6D6E8979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C134A435-E2DE-4F19-8FC9-B40F1677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D0EA21EB-4D66-4158-B865-FD19F3B3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F203686F-5ABE-47FE-A988-5FD6AEC4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7D864ABF-80E5-4483-B540-58971821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57CBE30F-6A7F-47F2-A7E9-EC34DEE7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715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17F24EB4-1467-4067-B471-FA86E4D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E4D06F4A-EC55-4EC1-BA3C-2B95464E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88661BDB-ACA3-4C0B-A799-270F9BCA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5B6371F0-0637-4D2E-9569-212DB17F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CA2BD8FA-9493-4E97-844C-38D2A687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20943C57-2B0A-4E8B-992E-AB4C64C0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FB011860-47F4-4B6D-A458-7792C3B3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CC9C79CA-1353-48AB-946B-D5B152BA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02B2DF5F-8FAD-4411-88B7-A02E31AF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5865532A-EEDC-4E68-9E45-736C06CD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D118E3BF-0F69-4FB7-83E6-E1445C44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E90DE534-A67B-4D4F-94B4-0118F16D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CD6A6327-DD8F-4155-A253-C0F97F29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AFCDDC63-2F67-42B5-9443-231FD5D8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0B5CED48-B4C3-4030-91F9-76657816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773ECA2F-423B-40FC-A72B-F582F9F2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8BD1A027-542E-4B82-B6BA-34F92D8A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BD81AAFA-D046-41EE-B761-39E94B34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F56573D9-F2C1-4F00-8C8C-967E9D03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27ECEEC9-9F37-4774-A008-E7E953D2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94D7DC0C-CE86-4023-8C38-B2B60AA0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2ECC466C-53FC-485C-8F47-B2C521FC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94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702D6720-79DD-4191-94D4-6810E7FF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C95C62FE-5924-45BA-8550-9A773DD7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6BCFA199-A71D-47AD-ADB0-5762232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0C8B8AEA-8BB9-4D5C-A2A9-78A3C066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892D87BA-4EB9-4389-904F-3013B27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A83D738B-096E-4008-8646-3D4C971F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7FD4E3E2-E636-417D-809C-CC7A194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90ED1432-DF03-4778-A4B0-FEABF33F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9DAAE08A-41D1-48CB-ACA2-E5245062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88D96863-56A8-43B5-A542-3D19890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5013EE41-3F57-4F68-AC32-76D06389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F1EBDC94-1E6A-4108-B1AA-EC73E9C0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31E36E24-4240-4717-8AEF-A022745E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01165207-C014-4CE3-A85E-EE695F71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F44E679A-3047-4BE4-A6E3-BC094BC2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8758180C-D9D1-43C2-B310-8E9EB706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9558F141-2C1A-4694-9D54-556676EF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4FE349CC-3A82-4BD4-A639-DCFFD53D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B7F0571E-8C8F-4CA2-81DC-63834BCA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9B6609B5-1EB3-4023-8A78-57A6D4A4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23874B36-B8A7-4593-89FA-92BFAED4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2D13FFE6-4F6B-44D7-840C-DD2671D7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9B76AB84-60F3-4716-96A6-3E0848AC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C35B52F2-DFCA-480D-945E-474F14CD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22CAB9EC-6885-48A2-B997-DBF99CA3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73E67A75-91B3-4CAA-8270-37777378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CCE959B0-72D6-4C6E-B2ED-1B458C19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6C6663F6-B791-493E-858B-0C93B67E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DADC3215-3003-4AB9-822F-D5DE7D95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1F1AA568-4679-4F1F-B14F-815A2E5E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17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031878B4-B6EA-4039-AC6E-4BA581C4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95F8EAC6-21D4-4ED9-9E58-99F2286A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A67D69A8-5F69-4A6A-B3F0-3433DBF5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B02374B2-725B-4179-AC8F-D2145F73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15904BA7-C177-4E2E-A99B-0DC5F2A5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62F29078-58E3-40C5-A362-4CB4CD07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9AC13A0D-E3DD-4878-8A8E-BEE51AEF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6F1AA61F-F417-4163-9FA0-C33E7BBD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051D5C2A-E24C-412F-8357-BAC262C0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600916C5-FC5C-4991-8A05-7DA85BEE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DA703C22-ED6A-4378-9A67-3F4A8F5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ADD33066-EDBE-44C7-A65F-6F87B3D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FC8421A7-A058-4D7F-878F-59C6F541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7D34A919-9D02-47F7-9914-1E4991BA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5D921766-90C0-43F4-954B-B7020E9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40CB96ED-D22B-451C-9E4E-30017DF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AD9AB10F-E4B1-457B-917B-A3EA498C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A8C53C2B-7957-4D85-9471-6A6D6AC3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10525CE4-7074-4535-A9A9-8CA87716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107B59FD-5DB4-4068-88BF-403EB451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0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05B56EE4-3EB8-4A02-B3C2-96B9597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1DF557C5-6D18-4C9C-AA8A-1D21EA35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D10D1216-39E6-496B-B2E7-3B563345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3F3C3DE0-7C47-43B2-8B21-6B2253D0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77892938-DAD7-4534-82E5-9E6026B5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DEBCC849-5E45-4280-A270-88B71A38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A6DF230A-0CC4-4611-8D9A-A37C9202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716DAB9D-BD61-4B7F-9DB7-B0262014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3442E8BE-E403-4BB0-B51D-5B18C79C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8D0EB738-C96A-4A39-A16D-81E04C55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5FC82E35-A240-4C5A-96B4-0737DD6B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3BFF4A24-8ED9-45FE-A5BE-8B06C2BA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7385C146-2F1D-4A0F-862B-8A47617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8A9CC441-F6C8-4CD2-88AB-B4950C45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94C1DC86-E974-4B5A-8E19-ED4EA7DD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6F7B49D0-10F0-4DE6-96F7-3942252C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98D4E28D-0F82-41F0-A625-5846D8C6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19F5B161-010C-4027-B403-AF551D5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F7EA58E6-A8CB-4CDB-8991-F8EE1E59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D05DC511-0BF1-40C9-97CC-68D706F7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2F62D801-CFF5-4E4F-AE20-3C3AB4CA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B8977420-7228-48D9-B629-346CA0E8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BA4F9CBC-3827-4F8C-A9C7-67C11EEB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2D885356-6175-46FC-8D8F-CAABDA69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9D6CC886-C9C2-4A18-B50A-A1B544BF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11A37ADC-416B-426C-8A3B-48901274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D4E3473F-886E-4391-9E43-8A599F72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E7DD49AF-544D-4C3C-A317-A02DD0F0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629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6A56CE34-160C-40C5-A494-620F63C9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4C3DF152-7073-42D4-9452-77EC82D4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3B1FAC82-F87A-48DF-A2D2-A1FA1ADB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90E2A958-7645-46DE-8C48-265306DD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AE70F4CA-FE5D-4478-982F-7C6504DE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1ECE5271-A3FE-4D11-A7EF-14FF847A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C8E59FFF-8F3A-444D-8EB7-AE722BBF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D92AE7B3-8B8D-49CB-8E88-A64FF247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CFEB3863-C09A-4D8C-8D7D-961A7A32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6A2CF26F-927D-45F6-90EB-B5F8DD00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23873F6E-664E-4584-80B5-BEDD0B52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F6C4A0C6-608E-4748-ABD6-D8E48071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C0608293-4EC8-4124-BF6E-6A9A4DBA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5B2804F4-EE38-4FAF-B50A-02FF7A93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2B43D4BE-237E-4334-853D-436C899A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D2D12F37-4772-4A31-9B74-F406E57A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BB7F19C5-19CE-48A0-9EDC-101DE691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58235759-769E-46E5-B16A-A879B92E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E0822FCC-89B0-4B7E-9A73-4FD2B322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44DE53B6-9271-4DA3-906B-43260FCA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13F780E4-6CEC-4D7E-9020-15DA5A0C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ADCF599A-9AAF-4F44-A427-4E4DBC83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CD4C8E11-5E7A-4D86-BB9F-90A91E06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9CD6A25F-76FD-4B2F-BFE2-4A3A73D2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6F48F8A2-201A-4123-B964-77935E2F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88E5B2CB-3F28-46C8-9873-EE90A30F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83CF18D4-AFB2-4248-B1F8-EA55ABD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8E83DBDD-A0C3-4EE8-B48C-095A71C5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F8562E48-E3A2-4689-A45C-19B2D589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732D297F-DB1F-47BF-BE1B-77E09A9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297C1BA8-2B69-4F9D-89D8-81D0E5A7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843F18F5-7531-4C22-9816-A7BCBC37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23B26826-EEE1-497C-8166-A1CE052D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C5A3B1C4-90B3-41DC-B46A-9043388D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DCE70324-C60F-4A23-9CA6-12048914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7BD5BF27-A3F9-46A5-922B-D376E0C2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1150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5A3467F6-0514-4AF3-8CE5-12A53622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MINECRAFT -&gt; LEGO</a:t>
            </a:r>
          </a:p>
        </p:txBody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939CDC25-0C28-4860-A0FA-3B12486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6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responsive world</a:t>
            </a:r>
          </a:p>
        </p:txBody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B1BEACB2-51E5-44FC-8DD3-1B9B290F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desktop first proof</a:t>
            </a:r>
          </a:p>
        </p:txBody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289ADB59-885D-4F25-86B1-5EE35DF9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762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3741A147-2418-47F4-B35C-1AE9FE51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638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SCREEN SYSTEM</a:t>
            </a:r>
          </a:p>
        </p:txBody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F5718368-301A-446A-B8A0-26661716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811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D3C7"/>
                </a:solidFill>
                <a:latin typeface="Aptos"/>
                <a:ea typeface="Aptos"/>
                <a:cs typeface="Aptos"/>
              </a:rPr>
              <a:t>Desktop stays dominant; tablet and mobile become device overlays.</a:t>
            </a:r>
          </a:p>
        </p:txBody>
      </p:sp>
      <p:pic>
        <p:nvPicPr>
          <p:cNvPr id="7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46fe23ec9406b"/>
          <a:srcRect xmlns:a="http://schemas.openxmlformats.org/drawingml/2006/main" l="0" t="34116" r="0" b="341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962150"/>
            <a:ext cx="11353800" cy="2705100"/>
          </a:xfrm>
          <a:prstGeom xmlns:a="http://schemas.openxmlformats.org/drawingml/2006/main" prst="rect">
            <a:avLst/>
          </a:prstGeom>
        </p:spPr>
      </p:pic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8F48B9A4-D01B-4602-BF7B-EE0C9450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62150"/>
            <a:ext cx="11353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ABD1D36F-ACF5-49EC-B7C6-9BF2C195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29150"/>
            <a:ext cx="11353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0B17C150-C036-44E1-9740-C0AC4AF5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62150"/>
            <a:ext cx="38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29A76AB1-670F-4B0B-A1E2-9196FC6D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962150"/>
            <a:ext cx="38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B613E4E5-2D55-4C5D-9234-403FAB2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FC3F0E83-0042-4ACB-9DCA-74B18DD7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6AFA9D6C-BF49-4A05-A9CD-B4CCDC4C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6672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447E75E2-A5FC-43AC-B80D-BFF9E7A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55295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0097984a54e50"/>
          <a:srcRect xmlns:a="http://schemas.openxmlformats.org/drawingml/2006/main" l="12329" t="0" r="123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3124200"/>
            <a:ext cx="1571625" cy="2781300"/>
          </a:xfrm>
          <a:prstGeom xmlns:a="http://schemas.openxmlformats.org/drawingml/2006/main" prst="rect">
            <a:avLst/>
          </a:prstGeom>
        </p:spPr>
      </p:pic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805C92AD-7EF7-49D8-BB0D-EEEF0A54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B31E490F-2415-4905-8893-00886A9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76925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3B193E10-C50C-473A-8534-CAEBF8D9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285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9AC16ED0-DD7E-40AC-8933-30BF144F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24200"/>
            <a:ext cx="285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F9042202-1CE7-4DFB-84BD-3A82C13B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86B53C6E-87C9-47E1-B5AF-E7934BB0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26F07DCD-730A-49FE-97D7-89241F5B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2F04CC8E-A061-4314-97E9-88C35A47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7912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d5af302ff4d57"/>
          <a:srcRect xmlns:a="http://schemas.openxmlformats.org/drawingml/2006/main" l="6273" t="0" r="6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0300" y="3124200"/>
            <a:ext cx="1123950" cy="2781300"/>
          </a:xfrm>
          <a:prstGeom xmlns:a="http://schemas.openxmlformats.org/drawingml/2006/main" prst="rect">
            <a:avLst/>
          </a:prstGeom>
        </p:spPr>
      </p:pic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C538303F-8C42-4E65-9193-AA7AF970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242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37F1A8E0-D71B-4DCA-BB19-EA4A5C58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876925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35AC7F66-AFAD-4E45-AA86-681DE852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24200"/>
            <a:ext cx="285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4F6FF55A-462F-48C5-8023-375A87FA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124200"/>
            <a:ext cx="285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77C7884B-973F-41A4-8CD5-7B4A9952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670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89E5B270-F1BD-457B-A622-46F44F97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6705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4C2F78F8-4098-4ABB-BBFF-AC8EC7F6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9055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CB08ACA2-75DB-4A77-9FDE-F20691D2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7912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289D407D-29E1-4759-9BBD-15FF580D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EC801799-67B0-40E9-A641-F767F410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BB4E0D8E-3FF7-4465-ADB3-38A41599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7207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rPr>
              <a:t>desktop: full navigation + wide hero</a:t>
            </a:r>
          </a:p>
        </p:txBody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16C3B635-7F72-4CE7-B76A-B298727B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054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739D32C9-C631-4228-98A0-85504011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43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DB34F8E7-F05A-4C01-B60A-3ED84B81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72075"/>
            <a:ext cx="2105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C42B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C42B"/>
                </a:solidFill>
                <a:latin typeface="Aptos Mono"/>
                <a:ea typeface="Aptos Mono"/>
                <a:cs typeface="Aptos Mono"/>
              </a:rPr>
              <a:t>tablet: compressed cards</a:t>
            </a:r>
          </a:p>
        </p:txBody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383C85A4-641F-4DD4-A325-2D14F320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0007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E5450F61-1539-4DE9-94BB-17BADA5E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38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07BC3377-2D93-4A42-BA8B-E5705E22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06742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rPr>
              <a:t>mobile: stacked menu and reduced scale</a:t>
            </a:r>
          </a:p>
        </p:txBody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E7D7218B-71C3-4893-9293-D879A1A1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24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C8D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4C8DB"/>
                </a:solidFill>
                <a:latin typeface="Aptos Mono"/>
                <a:ea typeface="Aptos Mono"/>
                <a:cs typeface="Aptos Mono"/>
              </a:rPr>
              <a:t>responsive.css</a:t>
            </a:r>
          </a:p>
        </p:txBody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178B6A79-A1CA-4636-9EDB-93697FCA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3246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Desktop screenshot becomes the largest proof object on the page.</a:t>
            </a:r>
          </a:p>
        </p:txBody>
      </p:sp>
    </p:spTree>
    <p:extLst>
      <p:ext uri="{BB962C8B-B14F-4D97-AF65-F5344CB8AC3E}">
        <p14:creationId xmlns:p14="http://schemas.microsoft.com/office/powerpoint/2010/main" val="158960932"/>
      </p:ext>
    </p:extLst>
  </p:cSld>
  <p:transition spd="med" advClick="1">
    <p:wipe dir="r"/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6FB5B-C934-49BB-92E2-1B14C74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4EA86-61B1-40E8-B383-32B62AF4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D9F9B-3251-42DC-B010-93243EC2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6524-E4CE-489B-9951-E6066293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EE33F-9CEB-45CA-846C-F9EA0F03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C2C64-2F26-462B-ADF9-D913A690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C570F-2CD3-40E0-9AF3-13DD6EE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F92F3-0870-4074-9D7D-BB0B246D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9DD9F-4F86-464F-AB34-A1840CBF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8D4C9-8468-4781-B8E5-34F3922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1048F-32AA-4F39-87FC-CE6F58F1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96AF4-961E-418C-A105-BEBEF29E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731AA-C7A0-4D78-8971-95ECC043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5D697-9C93-423E-B40C-8F801C7E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272EC-7E53-4EC3-84CE-235D5591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D20C7-9210-4BBE-A37D-2B3E6D0A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FBDB2-FE83-4907-B074-90D80251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1765F-C644-4D7D-8A3E-F7237367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AC11C-0F9D-4837-B541-52F70B6F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4C0FE-160A-4474-B733-F66CA2B4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12774-FD30-40CA-8A43-A997311D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8C5EC-D68A-4864-893A-380B349F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449F2-E6DC-454C-86AE-51F5B028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D68B86-1B15-4DAC-95A5-1A4B2D59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0B5CB-781E-4733-A507-F3F556B7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4BDCE-2646-4EE1-9AE5-8B140CD3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9831D4-37BE-4560-8696-AEA3373B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3BC607-A219-40BB-9CB1-1B73A7D5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13214-A0BF-46AB-AAD2-12DC8DF0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B7E59A-4852-4E2D-85D7-C827B4E4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AE7D2C-53D9-4A0B-82FD-9C8E50EC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F10ABA-6578-466B-87C5-4DE89681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6A822E-F7FA-4F9A-839B-B97B4927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9F1D80-B2BF-4B00-8F55-DC7D47B1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A35A07-178D-42D1-B4E9-C9507257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76DF58-0CC2-48CE-BDE1-343BABE4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7B383-7E24-49EE-AC28-5B18B6C1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7DEB91-3B60-45C1-AAA3-37C0AE8F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DE4E03-789F-4799-B3B2-51996B86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8F692F-968B-4C87-877B-70620EB1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33869D-E358-43C9-82A6-EDEBE31A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0BAE86-E5AB-4D23-99FF-B6287386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C4CF95-83EB-462B-89F0-8FE6BEAE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83D681-A961-45E9-8169-4D11B92F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A73BA2-F7D8-4A60-A3A0-ACFA8178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9C4B3F-D454-48AC-B098-2B09FE4C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75DC41-7868-430C-AF8D-905376B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D67FFD-CFA8-4A69-B112-96505C0F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18EA0B-78AF-4166-BDDE-1FF4F5B4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AF380C-8FD4-41BD-8568-E1C2251E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DFB498-4D62-434A-9E41-CC240353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6211D0-10EE-42CB-98D7-ECBFED5B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E2428D-D7CD-49AE-BC13-BA565164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AF041D-5608-47BC-B97A-9DAA85F8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084FD0-641D-4144-94FB-80B24E1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B4C91B-9DFA-40C1-8721-FAFC3294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71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3C566F-57B3-4C6C-AB1E-A97E93BA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932D5D-A1BA-4E23-9F91-CA0C4241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C0C2DC-98A4-4E1D-B60D-8F44C984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CEEDFA-5197-4033-A807-3462813F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EA19EC-2596-4E91-9FE5-549D84CB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416559-2726-4C71-9147-F09CB429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7C033D-E708-4691-B645-ECA49B16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9277C35-50BB-4BC3-A80A-1E0A727F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C3DCDB-5B2A-4C3D-BD5B-75A73ABD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CDACF5-D7C8-468E-BA71-F2A60660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C3B7AB-C53B-4847-A800-C0F0900E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1DEA83-76E0-49A8-97DB-1DB61BD0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6F26BA-1EB4-4988-BA70-2789E21A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24288D-2D9F-4FE6-998E-F3E252AC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7CB265-AF9A-4099-8E67-05D52133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E066817-F765-44BE-B296-42C95E41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79F790-42C8-43D9-AF44-74659775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DC47E7-E0DC-4CF3-8CEB-FA4CBD06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2E6B86-DFB2-4F38-92FF-9BC5CF60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DF0E999-25D9-4923-8AEB-6CAF7EE6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857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1A9334-D9E2-42C8-9774-FD2B6F49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D3083E-1793-45A7-B09A-EB8ED7D5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2DB3E7-E29C-4DF1-8416-1780177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CE041ED-ABBF-494B-A2B1-ED398B75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B5A60CA-36C1-4BE7-9983-E94B8B6C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36DF1F-752A-49E0-8BA9-AF710CD9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B002EDF-FB24-4940-B01D-C6DEDE7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CE5867F-78C7-455B-ACBF-50C302EC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FCB583-8A3B-4A8C-BA25-0BE0AA88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C502057-ABBD-4654-A726-388D6167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2BB9C8D-00D4-490C-9930-CBCD8A61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59DEEA-5D9A-4973-BC3C-58D2A804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F91166-861F-424E-8797-A284AD48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C21151F-2BB4-4162-BD4D-604905E2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C71BE3B-409A-4EE4-9F5E-80F86994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43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20E9510-4071-4903-ACDD-8795F34B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E0FE6F6-F0F1-445F-91B5-D1AA7AFB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D4C7BEA-1B45-4AAF-AC76-848F803E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3DF2A82-5E69-4438-B1DE-3E99970B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C78A775-4078-454B-A072-1D6199F7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6B69126-73CE-4226-9519-E3E81EE1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FF6AD92-623A-487D-87B1-2312ADFF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FF034BB-0CBA-405B-B34F-83ED395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F8E221E-A1B7-4FFA-9D7F-58AA756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A87E0B0-7A31-43CF-A672-01C2DF4C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EBAF213-F76D-4708-BE1F-DC719D54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FC76E84-04D0-4DF4-9FEB-CAD83464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5F9558C-C4FE-425F-AEF7-49D3957E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335C508-BD53-4654-B40D-3D7CA008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64DF2DC-2087-463A-BF1C-3EDB8377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8298745-CC09-4CE9-9711-ECE886F8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0BC9639-4F4C-4E61-81CE-A209D746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15E6539-57F4-468A-BC77-841A59D1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C54E71-9E82-4F4C-9477-8AB8CCFD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428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B1AC246-7ED0-4589-BA56-89E0289E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E2CF5EB-F571-4752-822C-58D885B5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70E3BD7-FE40-4FBA-8420-A8DB2DD7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B9E38E4-1428-4F9D-A7F2-97CE2B22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D23E453-5F4C-4407-BC02-F30485FC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52BF4D4-8410-4A5F-9F14-3DF23E7B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F1D0149-CD8D-44B8-A954-6A031BB4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59DE4FE-47CA-4433-8CD7-8411E68B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425CDA3-085B-4F51-90E6-A2BAF6D7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49C5E36-B690-4C8F-9238-A545B7A2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870AA1D-8E6D-4458-8691-B62BB374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90E9811-E91B-45BD-8465-864B22D6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439E668-799E-475C-B591-4A73CD87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146CDC8-A58A-42CC-A76E-BA6E84EC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2AF09A1-C5A4-41E4-8BDB-00C138A3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B4F0F18-2225-458B-90BE-1A3AA718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AB66F95-382A-48C0-A4C8-0584B584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DF77488-CBA5-447D-A4B3-13073B59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714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6B0C3DE-303D-4E0B-9E31-2D42FECC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A5EBC53-44FF-4BA5-8A8E-D7282BE2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E118F17-11BA-4669-AB86-2F4D404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9A6E9AE-2254-4A45-BCE6-89CCBF47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66EC7A1-E1BA-46A6-94AD-E4568CBF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4BB4A00-1F9C-4D48-ABF0-F7B4F52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7158C99-5C5C-46CA-ABCD-141BE840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9462A47-421D-417A-82F6-9DDC10FE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4EFF6B8-4F93-4E93-95E5-E1923100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E8B7823-16E8-444F-ABFA-39DFBFB7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B8C7DBB-2932-4F23-B9A5-EB197550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A11786B-B9A9-42B0-A6D3-0C5E60A6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5C4F4E4-353D-412D-AC5B-80F3EC5D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7BD3AF2-AADA-4168-AA06-5E1A8077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734BFB4-9D9F-4384-8BDA-1874662B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5EC6BB7-D241-477F-93CA-C73F4190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B52DC27-0004-4DB4-A9D8-DE1AB71B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0D0E2BF-9FB1-4424-A4A6-0A9D84C5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E5E3E85-FDCF-485F-91A6-977D1A5D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705E16F-4253-432F-ACD6-2F9F6615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25BD815-63EF-479C-9AE7-8BF58DCF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232350D-57F6-44C7-81ED-6B2D152E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A03D668-9AEE-4B85-BDFF-4462394B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B32C57D-9A8C-4A26-A711-00A1FBDF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A9292EE-9C1A-46D5-907F-6D9F0F48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06A28A8-563E-4709-86CB-D88F6F8F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B53CF49-8496-4DFF-930F-ADA7556A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DC8ADCF-450C-4DCE-A545-6089281D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D3B44A3-97D4-40DD-BD85-CEF6A125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C7B5926-F8F6-4545-83C6-6C6E290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AF41491-3BF3-4B9D-AA04-AF7DB15D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64E1F26-0FC2-4D2A-B097-34A303CD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286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A78005E-99B9-4DBC-9A04-87B601F2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01CE85E-509F-4609-AF79-DA7F33D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635D194-4A76-4DE0-A38B-0CDEF73C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32668BF-C1B9-49D5-9F75-20A95C3E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5947B15-C3E9-433C-B342-CB3F4A9F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1F78093-CF13-4E99-9AF4-59D77FCD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F4F0112-F08C-4371-8FBC-A38A3E1F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6E623E8-BD7F-4569-B388-359FD571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4C5CEC2-E228-4B73-86F3-D67C63F2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393972A-E261-4F81-AF74-E5988587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2A22FD2-2A3D-40CA-885A-4208C4BD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F0D43C2-E4A1-4F69-A159-E9B53154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5E727B9-2FB1-4C2A-9A05-4FC23BDD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BDECF0C-3982-4F41-B94E-880FF551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57F9455-1069-4664-8B89-9A1948D9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0BB2F3E-634C-4E26-8815-8D1C35C6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E14AD0B-2B08-4201-A4D0-ABABD615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C0A022C-916F-44A1-BF40-461FC6C2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571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4609C55-E377-4339-82C0-2B5F2523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05F744E-16FC-4FBB-B32A-37DAD250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DA0B734-0333-47D9-8BB2-8FF94AA9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72283E2-50DC-4A5F-B2ED-0FA6268E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E89F1FC-7742-4CDE-909F-0CB31D63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80D3660-893F-4DB8-A348-6C83C0BB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CE03BAA-3849-48EF-BFEE-B57E1259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E696E8A-E2C3-41CC-8762-F43BD456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7D37FB2-BBB0-442A-8CF3-B18EA9BD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3891E33-CC8F-4B60-91A6-1CFF76A8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8EB063A-7126-4D34-B5D5-0E9D7E87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920F7CF-6805-490F-A57F-CE5F9C4C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0ADEAE7-EFAC-40E1-A7C6-668EF1EA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12A317F-838A-4179-9E04-78612DA3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7171DF9-EA1D-4025-952F-7BF51B14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38796EF-81C0-48CB-88E3-073D7D63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C21CD91-24A3-4C1F-AFD0-622057DE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4B4F2EE-448B-4150-83C7-6B6CD78C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40C1F7B-43B4-470D-93F7-2ECE721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89F19E65-E16D-4C04-9402-D57ED642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E84D89E-DC2A-472A-9825-9730E4DF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2CD248F-5D68-4E6D-8D19-F598E179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AAC4117-BECE-41B7-8FF3-0F0E7F4C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ABA61617-87BC-4DEC-9EC2-8440D58C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8FBBA9E-9193-43FA-8321-CB84E467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7617A52B-1D91-4DB5-8196-6659B266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9C3B6BD-597E-4D11-909C-0EC77D75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678EE562-CFF5-4938-8966-B964028F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8E5C95E-6521-41E6-9866-34A03A03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FB0ED25-5B69-44D5-87B8-B17CA768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CEB4973E-EC3F-42A9-8E95-4509E2F8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0B2E5B2-08BC-44E8-B219-2AB23238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CD22B66-2A12-417A-B084-A0FDBDAB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93BEFB6-2ED2-48B3-BA8E-07034503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2FE54DA-AF98-48A7-A1FE-43FEEB5A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0950186B-799B-4F34-8F5D-DF2D283C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35F4167-74DD-4F4B-8E6D-CBA2BD1B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598E4BD-1C49-4AB7-8CAF-28B5B76B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446AD88-8F51-43CB-A0CF-9C74441E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DB2AAEF-48AF-4243-91FB-C33FC2B1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8376121-CF4B-470E-8232-692B3EC9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0277683-2705-45DC-806E-57207BDD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4CF990A-EC11-42D9-8DC8-962D478F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2C43B37-CCC2-440A-8B72-B98D28ED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B034AB9-A9A5-47C5-B975-87D107C8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9C5CFF9-4234-4439-8D80-0BFBC94C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58FC644-C4A4-4B16-BEF8-13FDDB02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8E16DF2-0BBC-456A-93B5-518D343B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A820E45-58A4-4FE8-9E80-6D36AF40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AB3B652-F023-4984-AD73-8154FBA6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9519CFC-1BC8-46D4-9181-22BFD16D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1FE08C6-9325-4CE4-A711-9F03A9AA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610E8CA3-2E4F-4CF1-A418-2E5644A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4BED9F9C-A377-4ADE-8EB3-8598E434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202A33D-7E54-4D67-B216-6B8268F3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D81E1C6-2BC0-4075-9D64-B3FEFB66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8BDA6C1-F715-4605-A419-1FB266C1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3B3A88D-AAB2-4E9F-885D-922A87E9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825AACF-0BF1-404A-A4F6-57FE4A5F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0ED128E-84D2-4E7A-8A0C-44BFA4B3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0D81589-BC9C-4F0F-A833-ADFE839F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3DF00932-8125-43EF-B9FA-0A75077E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0C16C17-6975-4080-BD81-DC18EAA0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40D8F2C-B66F-4F2A-84C3-7D065FE1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C7B0E02-BA34-4BE1-B3CF-42CC8D30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C22C47AF-46AF-4AD0-8DD6-BEA3B50E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9C06569-C766-4341-A545-4E31776B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714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AFB738E-D7BB-4987-AF55-EEF75A36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52D6691A-92C3-43D5-A487-9D68314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A4033E8-01E0-47D5-AD42-4088B319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7B7C627-C515-48E7-BEFF-7EF13BD0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3081DED-9F8E-440F-9701-6F018654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02283BC-5A2D-42B8-90C5-A4A253B0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7F139433-B15E-4611-8F3F-B559870D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AC6A745-3C93-4979-9587-0D640707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9BD99E6-066E-412D-9E78-06470A59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D738DBC-D6FD-4965-AEE9-BB7777E7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8281B61D-C378-4228-BB5F-B3B3FCFF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B96097DB-3232-4946-89C4-61B25DE7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9BC71C9-5F47-4D98-BD73-22EC7AAB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5079371-ECE3-4289-9E55-4C68126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B27E6CD-3A0C-4F3A-9686-CC112CE3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B45945D-ABAE-4D1A-8958-CE7A46B3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19C05227-08DF-42E9-A20D-BCB030BB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C4343B5-C959-41ED-B125-7D8E3369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6DD988D-54D3-4848-8648-5BF0B2AA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5E4FEA48-B7A7-4E6E-865C-4B50FBAB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775E6C5-A899-4BE9-A967-4C5B6E2C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0823D8B-4936-498D-BC50-8C8B67F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FF69924-5F08-4D43-B3E2-FFCE5F70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000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A0A8F7A-D681-43B6-9067-136B3270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13ADFCAE-7E13-4C20-8C0E-5F2BA546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F38F52EB-892D-45C0-95C0-C351C09F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C62E261-87A0-452C-8799-3D4EC0E0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7B7010A5-BEA9-410E-8391-4F02EE28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F2236488-F67E-4C82-893C-7CF3090B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2470968-8EC0-4397-87B8-7759F266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4A6257A-4B95-4E20-A980-014406E2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AD92D2B4-8FEE-48A1-B6FE-392A3859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1D81C3B-E67C-4834-A17D-0843B707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59852420-ECB9-429D-ABD6-08C1ED9F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0EB459F-842F-4E6D-890B-B05010C7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5E5D8E6-2C89-4140-B8CE-D292E93C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CB7780CF-AC1E-48B3-964B-BEBEDA03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05BD922-CF20-4D78-B054-589B8312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77DF5C5-C598-4309-8FE3-7B9A582B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2ABAA63-A555-4E97-AF71-0A6F0C56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4A81ECF-1E67-4518-B64E-962B6128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63A7168B-8DD4-4088-82F4-F1F64C9C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39B5B4A-6C0C-4E97-A20A-78043A04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2C4C4A7-8B0D-4A7C-B63B-CCF849D2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98008CF6-244B-4C5B-AF01-86AA8D29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B0C03D01-7564-4AEF-86B9-BBC75067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B8B059E-A44E-43A0-A97C-B64EB440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20CCCB13-B357-4FD7-89F5-C99CE2F5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2F9124FC-42D4-4FC3-A387-A4BDF69C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432FB54D-BF55-4A84-9D76-8A5F5C9D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D088D29-2B61-454F-B5F6-836D1D5E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61D344A4-DD07-4FBE-A596-07898A4E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2E016AA-9046-401A-8F58-A2E83956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4D3005C-843F-4E5C-9973-E43C5781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C5CC956D-137D-4059-9D1B-F3A18D18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289E61E9-9BD0-47AD-BF50-999BD4E3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1525D3C-1391-4461-9F45-2175D39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F61DC2A3-686E-4E58-ADCD-81C52457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4C1D68B-2655-4C71-9A3B-FB516067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A5E3E272-1B45-4D7F-9FC1-4260DAB6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85CF16D-909B-447E-9D6E-593706D3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043810AC-B0A9-42D2-9F92-7DF8DD80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9BE45BF-28CF-4C14-9BA3-D5F24458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A9085FD-9527-4774-ABB6-31CE202B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835CDA5-BC8F-44AB-9F83-E880F822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017BD32A-725C-429D-A2FB-4F17F134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1BDF2ECD-C8C7-4BEF-87E3-74CE2EAA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63BA79AD-1C65-4643-B295-D306EEAC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F38599B6-8E36-45A5-9D1B-C4196B82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E5D2078B-4CE7-4036-8D2D-87AD3F19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82CC350A-A606-4784-B8AD-219A6D03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7BC2B53-2EE9-4A5C-BB12-6C89B20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0D96F80-FD96-48FB-8611-722D8F5B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8185BC25-7C20-49FF-B434-F983BBF9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52BE9CB2-4866-4F68-AE86-8D933EFA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1EBB3EC-5C11-4E6D-9994-736EB7DB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71E0B9EA-76BB-412D-BB42-C326612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259382C3-7A54-4E2D-A5A3-2187E7DB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0CC2761-E66A-4849-ACB2-10927F06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919EA2DF-B0E7-466D-9D49-80DE8ADE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3E7E089-DEF1-41D2-BEA9-95012662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174D19B5-5599-479D-A680-8EE5139D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CF1D3F87-9F42-439D-8D2C-D4063E12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C2DFD45-C43A-45CB-9268-2BBAE491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70B9AA37-1384-49B9-92DB-2230166E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2501BF40-46C3-4509-A1F5-B806F8C3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BEEB0DC-50FF-4FE5-9119-54898CC0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88C20229-1AD2-482A-ACCD-08617C9A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48D8033-101A-4D17-90BB-71703F84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EE0BD04-3B8C-471D-805F-2693CCD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55EE545F-461B-4146-A7CA-05A19737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4F0FD463-6E5F-4BB4-914D-CEE8E5E4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C16E4612-49A0-4EE9-A79E-E2BFA425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DED75C54-8D45-412F-9F1D-15EC1C5F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2403912-7311-4D0F-A643-EFCD26E4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C53BF3A6-7945-41D0-AD79-05D9CC13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F3076F06-79A0-40AA-A156-49138F2F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1789153B-F59A-467E-8B84-85C59113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BB0A853D-1973-4429-9A2F-1127706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429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92DEFC73-FB92-4CC2-B290-77F8EF3F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663B856C-A784-4183-A0E9-383C45F8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A353606-E833-4EA3-A906-1C3B18B5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5BAA883C-B235-4751-A7E3-121229AA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1EFB0FC9-C4BC-4D46-86FA-DF37CEA3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A89AB69D-0411-440E-9072-E224C36D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B3C77A3-2684-4AE2-9A8D-31DC7E9D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AA554F29-4F0E-469C-8326-4CBE6203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90F728FB-EA57-4E4A-BA9E-A0EBF923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71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CEFAF36E-3323-48D0-AF41-96ED2C9D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B676CB9E-F95F-45F2-AE7F-8E87EAAB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5B582EF-AE28-4120-A3F2-D57ECEAA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985CDE89-FD27-4BCE-9913-1557C8D1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CA6DF6A-1350-413C-9FBA-F2A9AAD1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E3906DB2-B2BE-4C7F-90B4-A488FA40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210FE06B-F34C-4CDF-B530-06CD4943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FA84836-A47A-4502-99D4-588F370B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B4B8C20D-76CF-43B6-A0F6-FD4535A1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BD8AFE2D-974A-45B4-BE8D-CDD06178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9B886FE7-3EE7-4261-8EBA-94A6FBDE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D356258A-E5EF-43F9-B2F2-78D70C69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74D5A1EA-0F8E-45A1-93A8-FA873842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61C56D93-27DB-4A16-9304-7E52D6B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5932133E-32F9-415B-AD9C-407D559F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1B78A6AA-CB55-4020-86FD-1B4EC4DF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253793FB-23EE-4F02-BFD5-7106DA93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17B425DA-0303-4225-8585-AABDD8DE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51990670-9DB4-4ED6-BF9C-70F5BAED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B768B8D6-9CC0-4C12-A5BF-006E9FAA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0029EBCC-DFE7-41A1-A43B-1412284A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DD9EF9CE-8586-4F2B-B8B1-871E313D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00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BD888433-B11F-4FCB-94FC-1175BF94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E5EC87CE-B291-487D-8167-AF223179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CE808BEC-6D7A-42B6-9DD3-2F14F5C8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8B79159A-E7D7-4F28-B755-38CAA9E6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DA6D6320-143F-46D9-82BA-B1D8C13B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2194945F-07CE-4415-8A79-340B8F26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7F978591-C1C0-4998-B558-E54665FA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5FAACB06-50A6-4B9F-9D43-BEA25019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46CE6ACE-CE71-4204-B57F-E0E79946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9017E8C3-51B2-4BFE-A1F8-231FA412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4F22C90-BFFD-4D58-8D93-D2997A49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F3B3CB5-8107-4246-8D4A-1718BB7D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FF5C55AB-DAD2-4603-8C0E-4983C25A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38FD6F50-3B7C-44C5-B65E-7B69B1F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01061725-FDA6-4D12-B380-04C6A401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7489F2D6-2B2A-4993-9C5B-8FB0F3FA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06FAA59-7B16-4DCC-924F-525A0763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372F0428-7B3E-47EF-BE45-53DB61D9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3D54656B-0AB5-4AE4-8991-5C12DB28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5830BABB-CE4B-4AAE-B8EA-5C280369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8F964A11-7CE1-4367-A932-73166B33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5CD3B7B8-6C22-4320-B831-64FEFB1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FCAC59D2-5A99-4800-82F6-DE3F903F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ED86C75F-7FFC-4518-9508-6458F411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5EF56974-0564-4749-A856-3D74685C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62467AC5-F745-4E70-B273-504176A2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5AA981D2-60B0-4C94-8DEF-9B5209E4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6829A2CC-E225-4D6B-A8B6-83F7D75F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98EA65A-E25D-453A-9CC1-0639F23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50A46146-A7B6-49AC-9A0B-2F1EED58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4CD12077-6793-47CE-9D5E-96B37996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3A180C8-09E9-4DCD-8F9D-7A32E89B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CDC4EDB2-437D-49BC-B8C2-323C90F4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2DD6CD66-0F18-4D14-A469-F4968B70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78377EC2-1BE2-4BA4-BAFC-6E2D442D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61C3C9B-2334-4D8C-A1BA-6F9146B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FE7FB22D-DE66-41D9-B904-726D267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13DD30D9-F31D-4A3A-A67D-ECC8E3E8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72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12020A27-3C22-4BE3-8E0C-CE7A31C6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2AE972A2-6B51-4B5D-8679-90F48E15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606C91CF-8D7D-4C0D-9C4A-626D927D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E7EE989F-5834-4D33-BE05-656B74A4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DEB1299D-FDBF-494D-B8AF-0368CAC3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9DDE26D1-589B-4751-BB9C-BA11519E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6DBF0CBC-EB58-4041-BA8B-4659469A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F0EB77D2-EA71-4692-AED6-42A56F8D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ECC9CA5F-CC75-4A27-B22E-1FE5A72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8019864C-9AC1-4E36-9FC7-EB67487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F34B5982-AE23-4062-968C-27489B48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D2A1F93-25CA-439C-AC4A-A961E75C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62F0EA0C-A82B-40A0-9E2D-426AC745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0969E24-C2E0-4637-8D3C-0DC8FC69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4E19BB52-4387-45AA-8A39-AF862176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45B4C90A-BBBC-4818-94BC-BF438F28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A5F9FF52-CD09-46C5-B910-5C6826B6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4A78B19E-A695-4EAF-AC84-7A4BFAE8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74975774-49F8-46FA-91B2-D81C5909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37C31610-5296-43EA-8032-7A4D1F21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F7D5C361-178C-4B8C-8823-FE2D7AE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DC786DE1-42C3-40DC-A1F2-330F0FA9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16615A07-7C5F-4B86-AB0A-F7BD93C8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07EFFE1E-0118-4182-B5D6-1EFDA87C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C6F08294-7C92-4258-91D0-54CBDFFC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149B00A4-1493-4434-834F-17820490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7EE59C7E-164E-4E5E-BCCF-18C95D6F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884085A8-2498-4121-8062-53D9BB4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509B9E14-8266-46D2-B253-5297B55F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2BC57E49-9801-4AC7-917B-9FCDBD32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C4CC4403-B1AE-4C55-B051-A1A34E37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F62CD149-4EEE-4637-A0C1-B87B8288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B9BCDBD-C722-4E9C-B1CE-6276800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9E3F88B4-5DAF-4898-A63D-C235AA51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6678FF79-C8AC-4507-BC58-1689623B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FC7433CD-5A58-4323-99BF-544EFF99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1150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5135FB33-8791-477B-849A-3D872611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MINECRAFT -&gt; LEGO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5761EE82-2571-4225-BC58-27057319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6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redstone interaction</a:t>
            </a: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6A91B2FF-13B5-40BB-A690-68D2AA41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JavaScript state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5D63E1CF-521B-4A1F-9EB8-726D6CB3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762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29E2FDC1-A9C3-4244-B415-F70EB2AB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STATE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1F0D66BC-C0F1-43EE-B6B3-7262F251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257300"/>
            <a:ext cx="3762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The JavaScript layer changes UI state through data attributes and class names.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49298A8F-9951-4DD6-887F-FEF3397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5F5D93E7-9CC4-43A4-9C39-A8170467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57425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40205C36-F0E1-4710-B2D5-FE6B1A9C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673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655B9D42-A11A-48A3-BAD6-D38B7A51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267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q("[data-menu-toggle]")?.addEventListener("click", (e) =&gt; {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const menu = q("[data-nav-menu]");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const on = menu.classList.toggle("is-open");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setOpen(e.currentTarget, on);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document.body.classList.toggle("is-menu-open", on);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// same controller handles: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// mega panels, search overlay, hero tabs,</a:t>
            </a:r>
          </a:p>
          <a:p xmlns:a="http://schemas.openxmlformats.org/drawingml/2006/main">
            <a:pPr algn="l">
              <a:def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// trailer controls, scroll buttons, Escape close.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19F78F8A-74A4-43AE-B3A1-19062A3B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3733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D3428B67-73E2-4500-A00A-E5FE6E0B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05075"/>
            <a:ext cx="363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40987D31-6396-4553-8D00-3FA1A96C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57500"/>
            <a:ext cx="363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7EF808A4-4BB4-4CD7-BEDD-159E7D5D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rPr>
              <a:t>data-panel-trigger</a:t>
            </a:r>
          </a:p>
        </p:txBody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9B714156-E9AA-4C99-A148-2E36C685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812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opens mega panels</a:t>
            </a: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82E0EAC4-0E5C-41A8-AB59-929941A2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3733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C2B64EA0-27B1-4CE9-9A1C-E4631995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28975"/>
            <a:ext cx="363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33F4BF84-744C-4D84-9ABE-DC72B623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81400"/>
            <a:ext cx="363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02DE1884-E625-4994-92BB-83AD7FC8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05175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rPr>
              <a:t>data-search-open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64E216C6-1BF2-43B6-ADFA-8A7A5F94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051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reveals search overlay</a:t>
            </a:r>
          </a:p>
        </p:txBody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A43D436-D8F1-4C5C-927B-97845577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3733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8B7C47A5-01F2-49FC-A994-BA4598CE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952875"/>
            <a:ext cx="363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7E166022-FEB5-4F1B-A1F8-7AF39D60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05300"/>
            <a:ext cx="363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DA9FC311-54D0-4C84-9C6E-03E7DA30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29075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7A32A"/>
                </a:solidFill>
                <a:latin typeface="Aptos Mono"/>
                <a:ea typeface="Aptos Mono"/>
                <a:cs typeface="Aptos Mono"/>
              </a:rPr>
              <a:t>hero-tab</a:t>
            </a:r>
          </a:p>
        </p:txBody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08E99A98-03ED-4886-947D-72606864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290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switches hero media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F42E6227-8D6C-4FDC-95F9-4A24C99C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3733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C87E50D9-9E74-48D7-BEC6-FE02FB1A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676775"/>
            <a:ext cx="363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96FD668-28F5-4417-9BBB-0A5FE8B0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29200"/>
            <a:ext cx="363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A251E882-2143-4FC3-B6BF-CD60A97B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52975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E51B23"/>
                </a:solidFill>
                <a:latin typeface="Aptos Mono"/>
                <a:ea typeface="Aptos Mono"/>
                <a:cs typeface="Aptos Mono"/>
              </a:rPr>
              <a:t>data-scroll-track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9FD35C71-C9B1-4A94-B111-361A3080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529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moves carousels</a:t>
            </a:r>
          </a:p>
        </p:txBody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6D17164A-441A-4FCC-A2C4-850C514A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62375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7295EAE5-A2AC-40B1-9173-65242962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724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9D180656-1B9E-4E5F-83BB-0DEE76D0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B7BE2D59-9752-4E63-B556-4D333036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479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ACCE158B-5E5E-4B21-A104-5FFC0BDF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81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02151EED-6BA0-4DA5-B54F-68C16313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11AD6E70-87CB-4A45-985C-BEA64802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76E6E591-AD7A-449F-A916-319FB7EC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81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74AC6A39-5B02-48C7-B857-F13E417E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0C5A8421-6EF3-44AB-9DD4-F9F91BDC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479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164CDD4B-C15F-4705-BF3A-79628DC3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3051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6CA93F51-74D0-4D17-9E30-49B7D25E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991CF7EC-740A-4F85-8E9F-C54D35D2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71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0E6423A9-5BF8-4313-B74F-8F72A67C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290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1174321B-7532-4DE5-86C6-395805D4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C85D1919-2193-43E8-BFC6-2D307FF6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0957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81C985E5-2298-41AA-AD91-8C50AAC5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7529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8EA5B411-636C-429F-BD95-D0508F29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13004A8B-7676-4FB1-8851-2615221A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FC383708-9144-4899-AA8A-04A58A3E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67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C9C037FB-A17D-4585-9DE0-24C06EB5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76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089180DA-0BF9-4CB2-8814-D6C632E2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62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E4479521-BBDE-4C01-8164-A6578005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337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1F3436B4-5559-4C32-A25D-BD6A5B53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2922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04AC84A0-1549-4849-982B-4771F6E3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1851A845-71E7-4212-BD48-27BE7E1B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77215869-7E15-49A9-95E9-C69125B8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86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CA75C89C-A54B-4CF7-A2A7-31872C3D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003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2739B7C5-430E-4B7C-9EAD-FA56E8C8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638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68ED87F9-7CF6-4267-AE2A-226F881F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1B141F84-30E3-43FE-89DD-C1771DD0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219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A1101DC9-50F1-482E-9D3D-2C94B50D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00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7BD3A931-E85C-405E-B1F5-08CFFBE7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EDD9508-4B65-4470-B114-2E72882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10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E76A7200-04EB-4D3F-9038-44C4FF7A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43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6AD363AF-B4F4-45EA-B566-87C4B892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577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4772420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570AB6-7964-4C1A-9BF2-A32F00F2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DF0A7-F49C-4C8D-89E9-28E4737C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71195-2E7B-48CC-B13B-0E6A416E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1439B-C91C-46F1-B6FB-7BBAD68D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EF523-07C7-4A38-97E5-B6820665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368B9-4D1F-4AA2-992C-16AE85E3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02300-BBDA-43A2-8D75-D92944D6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C01FA-1DD1-4BF9-AB9C-BFD3A155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58C9C-9795-482F-AD6F-200D52C9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BF7A9-6528-4B6F-80C9-0FDD957E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4F3BC-4713-441E-9AD7-2410DD7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A93BC-63DD-4A78-820A-B90B5F34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8EE98-3CD9-40FE-A782-36B76F1E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6543D-4436-4D09-AC82-36868CEB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34F60-9201-47B8-80B7-BC193DD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50B3A-FEC5-474C-B3D5-A56D32DA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5C86E-1FEA-4669-8FA5-5F9EDBF5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BAAFC-E7D7-4685-966C-DBCB50FD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266B1-94C3-4416-8FC5-E4C94371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9A60C-B346-4427-8F3F-FDCED4F3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401180-9E44-4C2C-80C1-A7FC6957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CC9BE-DFD8-4BCF-85B0-0D8BEC01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408B7-64BD-4502-BAE6-C5B2A1F9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97D6D-5094-479F-B090-2C7913FB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B15B9-A9F2-4849-A9EF-FF702DC9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BE86B-8DDB-49EA-8E99-8DB6BAE1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0641B0-19DC-445A-82AE-D0BB7AC9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2DF62-8B00-4BB3-B4A3-A348E60F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D1B51-0BF9-416E-AE1B-A8D1E8EC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2E2BE-63EC-4076-9E61-D96E8870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1263A1-ACCE-41EA-B79F-3C0B6396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93935F-CEA4-447E-8816-F0D7B359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7BE7CC-A963-4233-9F9B-44E3CDE6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0CDF4F-2437-47CB-8667-B029C28A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CFCD77-7E8A-4E39-A52C-3B781040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F627F1-4B78-42FD-BDF5-E2943BBA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55E5E4-5BE8-42F4-8843-BC027AC6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5E4CBE-3DE6-4267-B317-769E520C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C27921-A4A8-49B2-B29B-DC9CE4C1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5DC834-478B-4F75-94C6-D55DB451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6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D98F7C-6292-411A-8283-180DB51C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1F1F9C-2DE5-450C-9111-6A8B46ED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3E3FAF-026E-43F0-87F8-0BEE290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78B004-8FF2-41E7-BDCF-15EB8C18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243EA0-8B3F-4515-8876-B62096F1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FE311A-C7ED-4AF9-85DE-03F6A69A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C57F2F-F680-4B54-8558-100F1A9B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C6585F-F17A-4BC2-B22A-67481442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6953F8-118D-48EC-BCB6-04136D13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7F500C-7B26-41E3-95F2-B983115C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B0AD4C-22FB-42CA-96AB-0ECFFE15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5C9604-C3E9-4273-91FB-38DBA85E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07AA17-AF65-4FF5-99D1-C2971F92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8A0613-D3DF-4CAD-96C0-0F78ED9C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2EA656-E6B2-40A5-9ACC-B5A8C3B5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3E5209-A063-4B08-9C26-9057F916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BE6648-43C4-4F52-B1EC-E90F3755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B96E97-37AE-460B-8A25-ADC93528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D81217-5680-4284-8489-966AB47A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12E116-9968-4ED3-B39E-CD6B67D0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D5561D-D134-4082-ABD9-BE731865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3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90FDCB-5ADC-48C3-9CBF-D9807D8D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4E6A71-B504-4FD5-86D3-8571438D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2CBE14-1D4E-4A44-911C-5535DDAB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75DD4F-E308-483C-A07A-1CDC5754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281D41-4D3F-403B-9C7B-7A29BB3C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F63D95-86C0-46C8-B203-3616A691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43202A2-AB0E-4C87-A456-48B574E9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A86482-3237-4399-BD25-C256C1EA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E30AE4-95AD-4DFC-92E1-35324CC6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15AEAE-6595-4309-84B9-088302F3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D0F74C-D459-44F1-96F9-CA367B56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3044EA3-C744-4E7D-A803-C0E6631E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680ECC-68EE-43CF-B527-860E4C5C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E60808-3AB5-4E99-8B36-147C4A24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A8E7D7D-00AE-4433-A489-E58F471F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C7064AE-7767-4F4F-A522-D025CF8B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F66A5E-2467-4299-8033-A544D4D8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96775DA-0459-4A76-98C1-7E3C486C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B7FD659-1B41-49AC-9650-ACA3EA5C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00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E3CEB6D-9698-4A5B-B344-B7A336CE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DCED727-F2A7-41C6-9171-6279C65E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9D9F66D-A78F-4551-9EE3-48744FAA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6E5FDA1-C796-4AE5-9928-2A1FC68F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550039-BB46-4F6D-93F7-0744C0E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64294EC-96C3-4E75-9C7C-B453DA14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6F7230C-730A-44BF-AE2F-05E5B8CE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4A829A8-4D6F-4384-997F-492D21E1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E153643-E5E3-43B9-B32B-883D2D26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2F780C3-9C85-4B1E-B85A-2C0FA620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97A73D0-906F-440E-A37C-A1B810CD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EAECDBB-0F8B-400A-85C8-DDCFA60D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FE73B88-E895-476B-8601-6DD067C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5463897-A49F-4D2D-8D78-4E2F9B34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5D89978-5225-40F5-BF57-62EAC101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327C85-C4DF-4D05-9746-E1A88034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D8E26E5-4916-450A-8606-0364F816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D60CAFB-2006-4D7F-8D7B-E893FBD1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36F4747-8408-4A41-BBFB-94D53EB9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06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1307B14-6658-4260-9540-6FAEFC79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E31FB3-3C7E-4AA9-94B1-C0815FB3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0904CBB-2765-4D7C-A3FB-3537D552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2996F29-97B5-43F6-AB29-71BC4835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6518DD8-A0DB-46BB-AD74-51A95CDA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13D4ADA-5C31-49B2-81B3-F39CC855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E32FE1F-7A50-41F5-A778-F96DDABB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BCAF5F-8220-48BC-B650-5BE70093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611B901-1C34-4693-9843-63C94C3D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DE80A9A-7CB0-4056-BB70-230DFD19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1F45712-1644-49AD-A5FC-777D1C28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F69EDFD-2C0B-4621-9DFB-4791FF6B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7057708-0922-4322-9EA0-189B6045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718F4AF-4739-4EF1-B81F-BA02F70E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DCEA4E-7223-4429-A1F1-FF3E2630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83E15BE-4A44-4325-BEDE-D34A09C4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3546C8A-2313-44CE-BA7C-70721BF7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B47993-406F-45C5-B539-860C087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7EE4011-3FE6-472F-85BD-1D69C35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333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B4C697A-610A-44B0-9FD2-4AC9EDCB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5347496-0193-4C56-AB20-3B9DF0D6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CB48788-D29E-43B7-BAC8-606E1F9B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2314017-0204-4846-BF06-8A479D86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93D7E4C-658B-4D3A-8ABB-8D589A7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FF98006-392D-4B86-8039-B8036095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255926D-3E96-4442-8987-B7811942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5856FC1-BC3C-423E-A27A-F6A7EB6E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5EF8962-571A-4726-8970-99E1FF18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3B9AF41-D661-4BC6-B8A5-CD7B8006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5CEB953-5511-4117-A692-1281CE33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E71B50C-DBFE-4D90-B026-CAA04C4E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98BEB7A-0E2D-483D-A77D-A727EF71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92EDAD6-6B6B-4A51-BE87-5DE40678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93C6586-ACF2-44E0-9F65-338A46DD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99EB43B-A24E-43AA-BC07-9BB07254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DEAAEFD-21A3-497F-B392-676BC3EB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34F19BF-FCBE-4CB0-BD1B-0980EF33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E0C268E-0B93-4E5A-BA19-1494298A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CCBE3C9-649F-4DF7-B19C-6E8652CD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E40AF3F-A166-4907-A23B-EABF27D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4DF3F46-6E53-4EA4-8491-41C636E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532CEB3-DF7E-47E3-B9E8-92BC839A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600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73E646F-C1E9-487E-960A-DEE26BF3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FFC05E4-D351-446D-AEC9-DD837CA7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3F8A2BB-9863-440B-8CDD-D960A226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02E9D24-CCD7-4CAD-AC45-22652A7E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842985D-6F1A-4B90-9FCA-48CEA281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E742939-E4C5-4212-9167-9409F40C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866C058-E892-4572-B0B7-DD2DC51D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1F33A34-0B53-4E35-9497-EE5B3741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3A68F7D-0FD8-4A5D-AD2A-6398FEF2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18B6D57-4335-42D4-A4EF-402DD658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F5ABF6C-51BF-4055-AE21-8E60C410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565289E-76A2-43B5-921B-9CC0BCE7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E566921-1BE8-45F4-B2A9-F922666C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73E70C3-0662-4462-98D0-AF8B5D74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DC60ED0-6792-4DA1-9E70-FF657FE9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21F7BD5-DAD2-4253-B41C-AF4D07F5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05C08F5-7106-4310-BAD6-25DEBAC1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3C9A273-0F55-4ED5-9427-0967D52E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C1A896E-B69E-4B3F-8173-E791BDF8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07F04E3-3AD4-4D0E-8C40-72BB518D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BCB8F64-3416-4531-B5F6-FCC3EC56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116DA43-C9CB-4C98-BD81-89CCA00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A322671-2AFE-43A7-AF55-48E83E10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D1272B5-E9E5-4F75-9CAD-7ABEF6CD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7D4F791-E8B8-4F4C-8244-78DF8DFC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273DB5C-6B47-4BED-9D43-06367CDD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757F639-B378-4096-9895-05CF2286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214503B-DF75-4661-9181-5AB721C3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7C07D2E-EACB-4C09-9F59-12E44610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558AC67-1542-445D-8B74-F0B7850A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D0962F3-D438-4F5E-8762-CD4E3965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DD2D767-661D-46E6-AB8A-BE6E5ED1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4978D9F-9B94-41A0-B595-69B1F7A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AA1E100-9989-4E28-930F-0B31A02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6EA36CC-78A3-4C06-AF50-BB434C30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E5955B2-DC4F-4FE1-A0E3-D21EB295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19B2984-1131-44B8-AB7E-3408F09A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CDBB46B-1B6C-46CD-A88A-4B0C47D3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769F66E-CD38-4945-A7EB-4C619CDB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13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896522E-1FD2-48AA-A413-1EE8DA9F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4DCC2B4-2748-4D7A-B471-D0BF08A5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B2FF63F-5E57-41A8-9C1C-C40C887C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E431D13-AF9C-4642-AC0B-9FBE7CF9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B531955-5095-425F-A57D-3076FDD2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C5D75D5-C4D1-460A-9AA8-85EAC008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694ADA0-B8BF-4966-BB6A-EE679F3C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83551B1-4674-4770-9E12-EB8C795A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0F382E2-3F4A-4059-BEE3-D9B00914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A6C10CC-E099-443C-8314-6C4FC409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24E2D2E-EF7C-4034-8FD1-CC3B436B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A2DB4DF-60A0-4E1A-8412-A281B106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FBC8B95-D5D7-4EAC-AC71-12921568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F1EB454-39C1-40A4-B000-3CA7242A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7BECC80-D904-45C9-80AD-6B7E790F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C67960C-EF36-440D-BC51-415765C4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38989D9-E609-4F32-9C05-122992D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3319EE7-DF54-4C0C-8F27-C9941C44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0E239223-3D28-4E64-9548-5F91259B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585ABBB-7723-438C-BADF-FC6ECFEF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8B9EE96-6309-4483-B5FF-4041967C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34BF5AA-64D4-4844-97B8-311365E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C8C97C3-9A2B-474B-818E-E95801AE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4946D2E-1E7C-4A90-9CF4-30E32237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9C60C32-B52A-4EC7-93FA-4B95ADE1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3DC2120-46E8-489B-93FD-8B8168C8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BCE7ECD-9C0E-42F5-819F-794577EA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B478EEB-7933-4D81-AC71-0F129C21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E28A1EE-AB59-4F77-A165-72E6592F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5A9D439-77D6-4285-811A-86ADFFA3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5B89604-39A1-4512-8360-EBA54054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A739341-019E-4222-AE71-65991295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D1DF4E6-597A-4B1A-B1F7-E0929950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D92228E-6DBE-4F10-9B8E-776A4C6C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FD9A9ED-2E1F-46A8-847B-3F37C054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610F39E-C152-4C56-9881-ECC59A0A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0EDE284-C4C3-4813-9989-51489353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EA294DD-84FD-47BF-B6DC-B32AF132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DA73C0F4-69A2-4FA4-BDAF-BA1022D6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F182C03-D5CE-437D-9EE1-0E8CA16A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3A40E71-9697-422A-BD43-3ACDF64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B4E891A-EEB7-4AD5-A380-7342B2DF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FFF8E03-393B-4169-81A9-8ADE20A1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752D620-C784-4E4D-A9DF-AB22938B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667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2C651BD3-6445-4C5E-BB2C-84D4F0D1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1CC96CC-B34C-441F-88F0-45633003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33B1426-FD91-4074-8DDF-4C9F3B2B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750719C-35F0-4574-A387-A3DB7A0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6135A9CE-FBD2-49F7-864A-FD4D924A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57FF489-C326-414C-AC03-757B7B33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2281C13-12AB-4B47-9AA4-CB4EC56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B095C77-183C-4D16-AF64-F3ADE631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02A173B-C490-4C0E-8431-B364B0FF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9C0D219-1767-466A-84B9-3C122DD7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BD4AB55-1C8C-4137-889D-E14AFDAD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86031D6-EE70-4F0F-917F-025466DC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6F9178C-1728-45A3-8A1A-D6CEE75D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2EE08DB-C652-43E2-8060-509EA217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7364307-4DCD-459F-A2CE-80FE05EF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EF6EE0EB-CFA1-4BA7-865E-E1396E88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42F0E2B-F237-41F9-8414-F2EB472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180DB0F-C17E-40EB-B86A-87ECBFFC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ACA5D6F-74BD-461C-B7CC-71CC2A96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933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44DD6AA-AC60-4D68-BE23-349D895A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4F1B9D16-37C5-4701-8652-D3AF1415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35D44BB-4015-4FA8-BBC3-D06642C9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AE6D2A2-A2AA-40AF-97E8-B7D10E62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2A814B9-E94D-415E-BA40-4E4B454D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34574480-2143-40EF-9EA3-6A52E469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BA2F0414-C8A9-43A1-A19A-1C6449CA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30DF8BA-CA26-4955-ADF4-3BE93F4B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51A5A388-90DC-4FCF-BA62-24C56550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2BAFEE3-DC5D-457E-9926-5E972BA8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2070834-C580-4107-A72F-DAB1F148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5A3CFA6-5956-4583-9C6C-69C7F301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47A3B64-70C5-40DD-8BE3-C52764C6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92E5471-09A9-44D9-BE38-590DD729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81DDA09-AB62-4D60-ABA9-48F3D9E7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A7D9D1E-BDAE-4952-8ADC-3B788CD2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7B4BC21-4DD1-4DDE-BD2B-E4658367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255DDA6-B185-4B2F-B9C3-A900A1C7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4887973-A323-4474-83EA-8E074AD2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BF6A9C2-E274-4897-B5D4-44B23F3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BA5A16E-D7B7-4EDE-A34A-E9AF79EE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0DFD204-9A97-4CF8-8ACD-16663226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6A8CEC2-DE1D-45F2-9306-36F34C55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1CDBFB56-82E0-4DE2-B2FC-A8B9CCF0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C0EA5B5-B93E-461C-98A2-B4B91489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B34FE47-64D2-43F4-822F-2510AD78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EA0F10EE-449A-4DF7-8658-06D7052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18AFA57-94AB-43D7-B5E3-0A3A0EA5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BD1D021-7244-4EAC-9185-87DD2388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BE7B7D2-5DF7-474D-AE81-86C2C8B1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7513371-BDCD-428A-9212-35793012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A648FAA9-8457-430F-9992-CA9D8402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A47FAAC-01B2-49FC-AA00-D917961B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A917A3A-50F0-494B-BF8F-DD6A419A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E25454A-00A6-4C19-AB3E-456C3E64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CCE1958-6B04-4AE1-A83F-43A74F2C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FA02AFC-547E-48A6-B3AB-BC763223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29F00197-9D46-4259-835D-ED1F29B1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FCABE4BB-EE64-4333-B9BD-11AC0921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17553F7-5346-42B7-8706-F4E9FCE0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5B5BF8F-53FB-4D56-9577-1688371A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0435D62-7F88-42B6-A663-571C505B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467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D941F295-29A2-42F0-89E0-399ED684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7194658-DFE5-4F9D-A170-C3E4BD41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E3C52E02-430B-46CD-997A-4654E2A4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2943DD2-F65F-4EB8-9C04-04E0C5BA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23F659C-8A45-4F54-BF64-A8735383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BE3904C-AD5F-419B-9E7E-BAE0ADDF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1EB58B9-5996-49C1-A5C5-36C719BC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55BA676E-F161-4E0A-8D80-3FB2FBE4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56E8111-B284-4B03-88FD-7C5ED9D4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CFC9D03C-DAAB-4CAA-85E0-91DE25C9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0AB3C776-99D5-40BA-8972-F022BED8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6E6064AA-8E09-4737-91AB-E81A385F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B3C85B2C-0EDF-44BE-895A-D9BA60D9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6C8626E-CB65-4DD1-B832-99CB0E16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890C1999-2BC7-4E11-B623-185253F0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755490D3-D9A2-41FB-B9A0-F1FA3ABA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123EB87D-4816-43BC-8833-6029081D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EC249C8-F031-4832-BE8A-3F084433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80272828-7C29-4978-9C71-6BA52E8B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26700C7A-AE8E-492D-8C70-A6BA4F9E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BA1AA509-5020-4EDF-856B-54AA3E43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EA7B7758-DE67-4E6F-915E-8241B49B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A3BBAAC7-1388-405B-9C34-6EA81D66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1E9C643-6A20-4FB9-9910-679741F6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BA16BCED-8C86-4C82-AC19-A9EF8F05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7577E2A-903E-4E49-98A2-1ED246E8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A67E7AEE-519F-4840-BAAD-64080CBF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80D47C85-0C4D-43F4-A3F1-D729C686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7D1B57FE-1924-44E9-A0C0-212E3C97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733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7513BABF-C079-4319-B6E5-E8C87DAE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BCFCBB4C-8E55-4F59-8AC9-725E1F4A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016D4D4D-2692-4402-8ED7-8E643FFB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F3FCD6B-6A7A-43F5-A7C6-21E7EE9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7A7DC1F-0F37-40BE-8493-470D2D22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9DFBECEA-A973-48CC-973F-36C59FBC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2603AA1-6CC2-4E9C-9DC3-76A8A032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DBC43674-B361-41F6-8782-44CE2AB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5831288E-39E3-4CCB-A694-2AB9B170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9FDE7D03-859F-497B-9963-613EE013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6645CEA-7A3A-4D1D-B35D-3E1B0257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93F01FB-EF97-4F48-BC75-4B8EA731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0D400FB8-7361-48C9-B464-AE3089C7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612EA6F3-69D7-49A8-B5AB-65EC9197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03BB7022-E8AC-4050-98F3-CBB2611C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13D6A3A4-1D53-47E6-9724-E604BD41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289B87D4-11BF-4EEE-8210-F0FEF02A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AD1766FA-8F20-4651-9A55-C975E1FD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867F3722-2538-43B8-A44B-5A53AE33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3B7FD4BE-18C1-4E25-95E6-A05F6CAC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0B6BB32-0ADE-4A73-9B63-DDC1A715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ED3BE34-6284-4480-80F1-EBD5D3D0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9EFE5A9-A04B-4E0D-94DF-A0D0C0F1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8C61B166-4E8B-4AA8-9645-6C775797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EAA8213-18F8-425F-8774-DCD365BE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2E5FD79A-9C34-4DBE-885A-B629F3C9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74140BF-AE97-4FB9-9093-76306D80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5288418C-6B60-4A16-90CF-ED49D4DA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1DD4FA41-97EF-479C-B33D-4B0EB380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990FC6B-F5EA-45B3-B25D-1E43FB12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1B7B48F-AC88-4324-8CC3-8E69AC12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B2F440C1-9C30-4FF9-9E6F-EEAED700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1D63A495-7E3D-420B-9C33-B1D5D763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2F0C4CCC-BF57-442C-9398-D3133FF4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AE72D2EC-6ACC-4C40-864C-D79F708F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879CD05-61DB-46DB-B493-4C440C55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87BF5C0-149A-414B-BCD9-C87ED99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D640679A-FB9E-46BE-9665-39159247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F912FD38-53ED-4060-A907-6EA9A55E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338DDA39-F6DA-4ABF-932C-061D4FC9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267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28B00C67-7719-480A-80BE-9599C4FD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D98945AE-5BEB-47AC-A22F-1A279972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0579B95D-F085-4B71-854A-656802B5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73D82C3E-589E-4321-ABAA-CB69F31D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93ED5BA8-E96B-48B7-BC7C-248FD933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A4A8424-4A22-4C6E-840E-BFE0951B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4AD58E98-C926-4331-BC2F-1BAFA178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68C5805C-14D2-4403-A3C4-3E009258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D190EF53-2DD6-46B8-8990-E8F3400C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5565E7ED-3923-4E84-B260-CE1CDD65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36CA9C93-75FE-4F6C-B166-21D1407E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C7D3B48D-9424-498D-96B7-742DC69B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A6B57F86-B68B-4147-9DBE-D8FD4174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59A888B6-DD2F-4174-AAC5-F5A0B821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BD4C4AEB-0FE6-4FF0-B552-BA26A1D3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62CDC06C-D3F5-4EC7-AFF1-0875F641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A41381AD-9A87-4C17-A4F5-BC5DC6A8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603B658-8B0E-403B-AEDD-657AA6B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6BEE3FD7-619A-4D99-A8E5-BA15EEF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24086405-086E-44F8-9303-FBD1E918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533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DE0AA293-C58C-46D6-951D-8B50B6B5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D6094796-3B71-40A5-9A6F-B6CE1C55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CD0F8C0E-9272-4E1F-A4B1-3106DB30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88C6504-A913-4025-928B-07BFE09E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4BE18EFD-EB39-4284-BB7C-BE6A410E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D9B9CBDD-D32A-40CF-B568-BF96D9C7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46D66455-942D-4094-B500-D8EE25F7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FE2EE4EA-02E8-4249-B42B-187163B7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F791B613-3BF9-49AB-AC3D-3B73365D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4DDFCE3F-14A3-470D-8E5A-14CAFE83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AB6B1BD4-E877-4C34-8AD4-AB5E5E2C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DAEE6287-CDAA-42B3-948F-FDFF5D09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F4F7035-378E-46ED-A76E-69D79744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113C007F-BD2D-4291-8B63-B1A7ECCB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D47A8BC7-7FB8-4590-9C52-9FAF3BF6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B7EEE50A-9952-42B3-9AB4-D8C4C6DB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00F3EAA5-67C0-4EF1-AF2A-C36B0B94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9FB8C00A-D7F4-4BDB-AFE0-713CCAB7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15BBF4CF-E447-4D2B-9E99-6E8D512B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A96E7651-5C2C-47F1-A9EE-682CEF77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A226CF40-AE52-4F85-898A-68454D99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4DE086B-5633-4079-836D-C60ADAD0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800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F966823-CA5C-4C86-BFE5-53CBC656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F561F265-76E6-48A5-97C3-DDA7FC15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B99EF8A7-A590-4DF9-9599-2292A7E5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76BB8EFC-1101-42F8-AE29-C78914E8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3667E744-3E95-4F98-9BA7-BDF9EB4A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BAA4F1B2-D241-46FF-85A9-684DF4A2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04C78DF6-D8EA-415B-9CC4-C65C4DDC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D32EB6FA-ABED-46EF-AC54-EF42F8A8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729BE267-0D95-49E3-8D7D-E960D5E3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8F955A4B-646E-42B7-B3AE-F1A1881B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8BA1A07E-4B1E-4A47-AC2A-F5590384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D45E4964-E6CE-4C31-9FE9-B4B9B58E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B48403FB-E192-4EE6-B6F3-1467454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B367B235-FE7F-45F2-9FDB-5C418793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E8C718D8-AB37-4A9A-9D39-F87F4FA2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B60F8229-A70D-4029-9623-8606A85C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807E1B2A-8738-489E-A339-16D5E94C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186739CA-E293-4131-8FDA-0709CDAB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B502C3ED-0551-43C1-AEEA-4FEFA7BF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86F43AF9-3AAF-4BF5-9097-33334587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A4A679BC-2387-49D4-A658-A6B66FB4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5F213CF5-1F2D-4D81-851A-C397C619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CA49760F-D101-4825-8A71-725AF36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ECF31EAF-22EA-4A0F-A100-354A7EA3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B3C822B0-7FF8-41AF-B1C8-A93E3359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1A190A45-6AD9-4A7D-82CA-B7FC8430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06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6EFA15DD-A72F-4638-AD3A-252E507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2496F01F-612E-46AA-B263-ED2866A0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ECB3326-A6C4-4EFF-9037-9B1D0185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65A3564F-A846-4CAD-83C0-6D81B738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E59B9E43-F852-4E42-93EB-26976E7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9C2779CB-AA1C-4A47-AC90-96FDB292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F4D22C1E-94F9-4BA8-BB1E-97BED487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38552A13-0D47-4002-89F0-E221357A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A33D36E3-5CB4-410B-8BB7-6A4AF81F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E8A39F77-FC9B-46F7-B847-B641612D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43DC0807-001C-440E-9356-1774AC64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5B654AE4-57EC-4E20-9B8D-024E06C1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ACE98ABC-C81A-450B-A289-416A9AD0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EB8E5DA0-BEF1-4E9C-9FD1-0A078A62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F839863D-D2B3-491E-8624-F48CFEEB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BB54A43D-0156-419A-80C2-F31FBA9B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F277A350-A896-4167-BE70-EFE85DDC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04D8A50B-77E6-4B5C-A6B8-214D9C6E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D24F725C-B530-4F41-9E99-F6EF5C27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0DD5A824-2F7D-42C9-9D5A-581203C2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6BD8FB2A-C5E3-4B97-A24B-97A6F9FA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AAE5B256-837D-4147-A8DA-BC3003E1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A363CFB6-9352-4E6C-89DB-0E96C475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7B6B9EA2-F4BD-4CB2-B240-5A16F382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A36CE0B2-ECA9-4CB1-82B3-7C818168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954C7817-37D0-484F-A629-F56C436D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C9DAEFE2-EA99-46E8-B977-D8F709E6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54E010B9-B1EA-447A-AB7B-0BDF8A68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2A92171A-CEF0-4EAF-9EFA-8088D6F8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4709B758-86A1-451B-8138-B55AEE7B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67EDE892-922D-471A-8FFA-31E7FA4F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188BFC89-F473-49F3-941C-8A4E39F9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4E0DFA2F-2A8C-4E25-A5BC-D14B9F15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3A3C7A23-8C61-488A-AA28-5F65C169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73A6FEFF-E78E-4E47-BAF2-6408721E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C6EEE5E9-3218-4903-84BD-4DA4F625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862A1C5B-EA8A-432C-9807-22242E54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8FD5CDA9-6878-4C85-BF52-981D4B29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600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9E965FBC-41F0-4FF8-86A5-7ED37687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B3FF4122-A304-4783-967B-AF430BB0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B4BA0708-DE69-4832-9A70-1D966D14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E0F59E1C-1107-4F0F-B741-4E3C1BCC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495FD3B-81F1-405C-817A-64433C22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856626B5-761F-4766-A90D-928D2B5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D69C9BF-5CA5-4B39-A821-D19FFD52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585F54DA-8414-490B-880F-736CEF78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6FC37852-3FB3-42E9-9648-A4C2E4E6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7C77C0E9-2F56-4C49-9667-1389D0F3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023B3483-E448-4199-ADE9-BA6C1C98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5FB161D4-C1E3-4CBD-B088-3762477D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9DA860D8-B359-47F9-AC00-2D35FBC5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3C260F4A-58A7-445D-9CDA-0FE6A49B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C313CA9D-9EF9-4814-B401-CB8533CB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D3977442-834B-414C-A25D-AB152F94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7E43E2DD-DE21-416A-9B61-11F00E37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53B4F713-4306-42CC-A21C-43577FCA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4ACDAE0-6052-4B17-AEA3-BE346242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EF0E40F3-787B-4EA5-9BDA-AB8B900E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A1BA832-C41A-40FF-80AD-0F4AD89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C208E929-C86E-4B26-A717-F80D15D9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867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9AE7E45A-5026-4354-A280-2C98CB47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4B629F20-F4FC-4483-91C1-374C8700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E8433310-3AFB-4D52-B772-40E96E1E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50BFADB4-C7E7-4A8A-9C29-AE8923D0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40656EB2-DE52-4E92-97C3-BF6410BB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C6C15127-769C-4FEC-BE44-45DA3FB5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C33AC2AD-6CEE-421A-9432-422A7A88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EEE0198-0858-4664-B8C6-E7BD1AC2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6A14EE4B-4776-4DC0-B922-064C68A3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D1E439F-1434-4953-B5AB-D0514E2E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AA6DEAA4-D770-4BCF-8B4F-386FD4D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8C030D42-8AAE-4F9C-BF44-642E3EBF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4EE4C957-916D-4234-AE75-C51C5F68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4C36C87-31D4-4AE8-9E94-35BB8515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6A3FA870-1812-4E09-A3B8-935A8BA5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5D6B2B01-EA15-4A24-BA45-AC799B1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6FC7805D-A5F3-480F-B2AC-DAC8646A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51CC1B26-A50E-43B4-8AAD-931E79D7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134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D9B3B935-BDF7-4714-9308-06104983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BA4895F2-AAE2-42F1-8C79-EE43EFB9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01A3F05D-A63C-445C-9306-A862F052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171E61E3-ED47-4EE5-AF91-527C3518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97EBE342-9B58-458F-94FC-55274301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5231064A-D31A-4EC4-B02B-28C89B79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3943FB6B-C301-4094-9B7E-E29A1B3D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492BF4D4-93E3-41A8-A1C7-74FC7238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C781FD12-2E8C-4411-ACEC-88737F62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EB0A5AC2-F819-486D-8798-8C890103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07767E9F-EFC9-4E7E-A5FD-14B3EB3B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E5475E80-619E-4822-A3C9-88FB0EA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C7C0965A-759D-4445-A986-72EBAC14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D3EA5244-77A5-439F-BC0D-D6E44226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7B42CC63-19E9-4D12-850F-4E8903CF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81BDFBDF-6DC6-46CA-8FB6-6B91C8F2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B4F3680F-DAA6-4160-A43C-84C1E765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B5F85ECE-90F2-43AA-AF1B-20DC12CC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B454FB31-2C22-41BB-AD22-37D01BDB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6B22FF2C-A7EA-49F3-9797-631A667C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54EA8D60-154E-498E-A85E-86263796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0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1F302009-B63B-4497-940B-AE7535BA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EBB3752F-62FD-42CA-8B21-FAB94700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C619159E-AEC1-4481-BA4C-DDBC0921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9010A178-67D0-4C5C-AE58-419E7E7B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48295CA3-51B6-4833-AAD1-60E7DADA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91401DF0-F873-4061-B1D2-5F98687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88AED4BB-5584-4BAD-95EB-CCC3F962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C47336F5-A1FC-4745-848D-B4D373F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7B00483-BC60-4435-904F-331A6155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C0BFF4BC-63D0-4902-AFF9-DDC95604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9B37097E-F873-4DFD-B76E-94E64045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42E7235B-19DD-405E-BB11-D2E7D9ED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F7487207-BCB0-43E9-8947-5E11EA91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E10DBB0-B490-4AF1-8F8D-FE85B2B5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192E042-A39D-43D8-BA8A-D5D63962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A09FE16-1D8A-4219-9B31-9DF8B5EA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A0A40CC-CB21-42C6-AAEB-8E4D168D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20F05B8-9F2F-4159-A4D9-DDDA3AC3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34DDF42-ACD8-4EE4-8071-8AF9F095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5BB6C54-CD7F-4E8F-8D45-55E8B8BF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949A0CF-BDD0-435C-869E-84F9BF03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592C35F-CCEC-4DFF-A5F2-6BA51650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827A34C-F386-4DCD-BDA0-F80B5276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5262ECC-6DE8-4114-ADA6-B4D6D977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F2698C6-EF07-43C7-BCB5-5E28E30E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925322B-6A61-4FBD-AF24-99A634D3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7841C93-4BFC-40A8-8CD2-C3FC8D5A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FA6B0A2-EAF7-40B6-8DBC-99AD76C0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0152077-B3F9-4F49-B5D6-62F7C199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CCF5144-DFB6-464B-AC34-71C55B70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7E7EB0E-32E8-44D6-9F83-074651C9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BBC6241-637C-4800-80A5-95F493A8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99C2089C-E481-429D-9B2F-8C267AC8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D5C475D-9C1E-4080-9FF9-DBC1F179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2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AF110A4B-660C-4EE6-ADA2-CA9A281A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F45D483-4C6B-40B3-84CD-289D91BA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1150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E9C67E37-95B9-4C65-9B5E-F4BAD148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MINECRAFT -&gt; LEGO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97C371BA-B694-4209-A7D9-AC97C0B2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6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resource wall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64A7D7D7-D6DF-42AA-89F3-FADF86F5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9E988A"/>
                </a:solidFill>
                <a:latin typeface="Aptos Mono"/>
                <a:ea typeface="Aptos Mono"/>
                <a:cs typeface="Aptos Mono"/>
              </a:rPr>
              <a:t>CSS references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8EF8DA8E-91F5-4259-91CA-E42F76E1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762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8D3C7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3CF3639F-5D93-47D7-8E2E-6D887CF0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69EC051-9498-40DD-9EEC-965FC1D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17157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A0246746-0AF1-480D-B256-842D323F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0037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1FFEE300-8BB3-4EA2-90B9-E97C225C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2395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4A3E7447-4586-47C6-8EEB-BC5E8F5F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17157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02D91185-05A9-47E0-BD1F-404E0161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867ED329-0A31-45F0-9A24-3DD84CD4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12395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DC4180A7-BD66-4FBB-B30C-FEF52CA4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17157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178C941-8A54-4C33-9D69-0CE43FBB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00037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6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4e71d56544b46"/>
          <a:srcRect xmlns:a="http://schemas.openxmlformats.org/drawingml/2006/main" l="16229" t="0" r="162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200150"/>
            <a:ext cx="3086100" cy="1800225"/>
          </a:xfrm>
          <a:prstGeom xmlns:a="http://schemas.openxmlformats.org/drawingml/2006/main" prst="rect">
            <a:avLst/>
          </a:prstGeom>
        </p:spPr>
      </p:pic>
      <p:pic>
        <p:nvPicPr>
          <p:cNvPr id="5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384c899e54d7f"/>
          <a:srcRect xmlns:a="http://schemas.openxmlformats.org/drawingml/2006/main" l="4357" t="0" r="43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1200150"/>
            <a:ext cx="3086100" cy="1800225"/>
          </a:xfrm>
          <a:prstGeom xmlns:a="http://schemas.openxmlformats.org/drawingml/2006/main" prst="rect">
            <a:avLst/>
          </a:prstGeom>
        </p:spPr>
      </p:pic>
      <p:pic>
        <p:nvPicPr>
          <p:cNvPr id="5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d65538dad4b5c"/>
          <a:srcRect xmlns:a="http://schemas.openxmlformats.org/drawingml/2006/main" l="0" t="6250" r="0" b="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0100" y="1200150"/>
            <a:ext cx="3086100" cy="1800225"/>
          </a:xfrm>
          <a:prstGeom xmlns:a="http://schemas.openxmlformats.org/drawingml/2006/main" prst="rect">
            <a:avLst/>
          </a:prstGeom>
        </p:spPr>
      </p:pic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8DA888D-A8C6-4B71-BDC8-8E1A949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CSS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81E88F3-1D0C-4B9A-BFD1-889EF902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54202E93-93A9-495E-ABC6-0190F211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6CF1258B-DD42-4D05-9C39-23691391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CSS variables: --token and var()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39EBB7E-C63E-43D4-B21C-1C707E73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C98002DC-CC97-48D3-95E1-CF2556F0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CSS nesting: &amp;:hover, &amp;::after, &amp;[aria-expanded]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C2BC9D4B-DC1A-49F6-9600-642B6EF1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05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6E5BD61E-43A2-47DD-AC3B-8DBF922A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77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Responsive math: calc(), min(), clamp()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75123C65-0BA2-4D6D-9BF6-1A380738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67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E3D44136-8DFB-4122-A021-F508FE1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Media fitting: aspect-ratio and object-fit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1BE65732-5C8A-433C-9E84-7C6AFA16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29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C110FE5A-FD41-499D-B8EC-02051172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Effects: backdrop-filter, filter, box-shadow, clip-path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E6467FF5-3C91-426C-97F4-61E9DDFF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91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E3D633C6-B50E-4E86-9834-9386E676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435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Motion access: prefers-reduced-motion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37B0792F-85BB-45F9-9AC6-0339C7B8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960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C4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C42B"/>
                </a:solidFill>
                <a:latin typeface="Aptos Mono"/>
                <a:ea typeface="Aptos Mono"/>
                <a:cs typeface="Aptos Mono"/>
              </a:rPr>
              <a:t>Reference source: MDN Web Docs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CBCF3572-BA22-490A-A1DD-16E2A2EF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324225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55B6CEEA-3985-40A2-AF40-FFE99F62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19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68D3A94A-682B-4472-AB03-CEF0EBCC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71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C603F10C-8F57-460E-9589-534C9968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200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9DCEAAE9-0EBE-483D-93F9-E4DD21A0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D7882F6B-65EF-4769-9361-95B0CCA4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51172E31-DFAA-4E0D-B704-C6BEBBFA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623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B664956D-5670-4815-815E-607AAA7C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479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BEB69729-7D15-4870-BA2F-D61D4BC4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09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69375811-6A77-4C40-BC00-7CB348E4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5248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83B3144A-990B-4754-B1DD-4075D2F8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00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4A250D45-F3CC-4020-B1D7-37DFF054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A0776262-80ED-4178-9DCD-52F14F06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7529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983E2DA5-A3FC-4F68-9832-D201110B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C348E1C9-A0F8-41ED-BDE0-A5E80FA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7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18F87F93-1B3A-4591-930C-894155EC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4D07262B-B292-4AEC-BA21-29C1D0A2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67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26CAF16E-FF65-4453-99F0-9A95D751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288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3B06585E-4037-4C7C-836A-E32197AB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101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40BD1FCA-0331-4D57-9AEF-96FECB95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5068185"/>
      </p:ext>
    </p:extLst>
  </p:cSld>
  <p:transition spd="med" advClick="1">
    <p:push dir="l"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2026-05-17T23:48:38.0310000Z</dcterms:created>
  <dcterms:modified xsi:type="dcterms:W3CDTF">2026-05-17T23:48:38.0310000Z</dcterms:modified>
</coreProperties>
</file>