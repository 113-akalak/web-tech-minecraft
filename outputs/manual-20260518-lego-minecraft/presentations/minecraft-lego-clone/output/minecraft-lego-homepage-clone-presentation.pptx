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7a7ec4df574c55" /><Relationship Type="http://schemas.openxmlformats.org/officeDocument/2006/relationships/extended-properties" Target="/docProps/app.xml" Id="R2e1d4d91c645463a" /><Relationship Type="http://schemas.openxmlformats.org/officeDocument/2006/relationships/officeDocument" Target="/ppt/presentation.xml" Id="Raa1e61aab3cc43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447c7d7193465a"/>
  </p:sldMasterIdLst>
  <p:notesMasterIdLst>
    <p:notesMasterId xmlns:r="http://schemas.openxmlformats.org/officeDocument/2006/relationships" r:id="R924b56a8d8684cfe"/>
  </p:notesMasterIdLst>
  <p:sldIdLst>
    <p:sldId xmlns:r="http://schemas.openxmlformats.org/officeDocument/2006/relationships" id="256" r:id="R386d46ba17264077"/>
    <p:sldId xmlns:r="http://schemas.openxmlformats.org/officeDocument/2006/relationships" id="257" r:id="R06a335945dff48c5"/>
    <p:sldId xmlns:r="http://schemas.openxmlformats.org/officeDocument/2006/relationships" id="258" r:id="Rd4d631020d684e72"/>
    <p:sldId xmlns:r="http://schemas.openxmlformats.org/officeDocument/2006/relationships" id="259" r:id="R71da74565e3947e5"/>
    <p:sldId xmlns:r="http://schemas.openxmlformats.org/officeDocument/2006/relationships" id="260" r:id="R796fe8a3db3d4c01"/>
    <p:sldId xmlns:r="http://schemas.openxmlformats.org/officeDocument/2006/relationships" id="261" r:id="R9cc8d707897942e2"/>
    <p:sldId xmlns:r="http://schemas.openxmlformats.org/officeDocument/2006/relationships" id="262" r:id="R37e45233d07f40e5"/>
    <p:sldId xmlns:r="http://schemas.openxmlformats.org/officeDocument/2006/relationships" id="263" r:id="Rbc252ba8e44540c2"/>
    <p:sldId xmlns:r="http://schemas.openxmlformats.org/officeDocument/2006/relationships" id="264" r:id="R548eb617274e4a93"/>
    <p:sldId xmlns:r="http://schemas.openxmlformats.org/officeDocument/2006/relationships" id="265" r:id="R05401ec85e2244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47c7d7193465a" /><Relationship Type="http://schemas.openxmlformats.org/officeDocument/2006/relationships/theme" Target="/ppt/theme/theme1.xml" Id="Rbd6e0815e1bc4a31" /><Relationship Type="http://schemas.openxmlformats.org/officeDocument/2006/relationships/notesMaster" Target="/ppt/notesMasters/notesMaster1.xml" Id="R924b56a8d8684cfe" /><Relationship Type="http://schemas.openxmlformats.org/officeDocument/2006/relationships/presProps" Target="/ppt/presProps.xml" Id="R5afde3ba88b24153" /><Relationship Type="http://schemas.openxmlformats.org/officeDocument/2006/relationships/viewProps" Target="/ppt/viewProps.xml" Id="R24237e972363421a" /><Relationship Type="http://schemas.openxmlformats.org/officeDocument/2006/relationships/tableStyles" Target="/ppt/tableStyles.xml" Id="Rdb8e3d833d344c9d" /><Relationship Type="http://schemas.openxmlformats.org/officeDocument/2006/relationships/slide" Target="/ppt/slides/slide1.xml" Id="R386d46ba17264077" /><Relationship Type="http://schemas.openxmlformats.org/officeDocument/2006/relationships/slide" Target="/ppt/slides/slide2.xml" Id="R06a335945dff48c5" /><Relationship Type="http://schemas.openxmlformats.org/officeDocument/2006/relationships/slide" Target="/ppt/slides/slide3.xml" Id="Rd4d631020d684e72" /><Relationship Type="http://schemas.openxmlformats.org/officeDocument/2006/relationships/slide" Target="/ppt/slides/slide4.xml" Id="R71da74565e3947e5" /><Relationship Type="http://schemas.openxmlformats.org/officeDocument/2006/relationships/slide" Target="/ppt/slides/slide5.xml" Id="R796fe8a3db3d4c01" /><Relationship Type="http://schemas.openxmlformats.org/officeDocument/2006/relationships/slide" Target="/ppt/slides/slide6.xml" Id="R9cc8d707897942e2" /><Relationship Type="http://schemas.openxmlformats.org/officeDocument/2006/relationships/slide" Target="/ppt/slides/slide7.xml" Id="R37e45233d07f40e5" /><Relationship Type="http://schemas.openxmlformats.org/officeDocument/2006/relationships/slide" Target="/ppt/slides/slide8.xml" Id="Rbc252ba8e44540c2" /><Relationship Type="http://schemas.openxmlformats.org/officeDocument/2006/relationships/slide" Target="/ppt/slides/slide9.xml" Id="R548eb617274e4a93" /><Relationship Type="http://schemas.openxmlformats.org/officeDocument/2006/relationships/slide" Target="/ppt/slides/slide10.xml" Id="R05401ec85e22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39fd089646d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78bf10c68420e" /><Relationship Type="http://schemas.openxmlformats.org/officeDocument/2006/relationships/notesMaster" Target="/ppt/notesMasters/notesMaster1.xml" Id="R31734d70705f44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c3b33b11bb4754" /><Relationship Type="http://schemas.openxmlformats.org/officeDocument/2006/relationships/notesMaster" Target="/ppt/notesMasters/notesMaster1.xml" Id="R1f7c8a47416e44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8db984ddb34d6e" /><Relationship Type="http://schemas.openxmlformats.org/officeDocument/2006/relationships/notesMaster" Target="/ppt/notesMasters/notesMaster1.xml" Id="Rb81c5b61b84240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02f556c8924760" /><Relationship Type="http://schemas.openxmlformats.org/officeDocument/2006/relationships/notesMaster" Target="/ppt/notesMasters/notesMaster1.xml" Id="Ra5e2fe31320043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f6cf1b93e54d38" /><Relationship Type="http://schemas.openxmlformats.org/officeDocument/2006/relationships/notesMaster" Target="/ppt/notesMasters/notesMaster1.xml" Id="Re9bc501684cf49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c134e26ea34867" /><Relationship Type="http://schemas.openxmlformats.org/officeDocument/2006/relationships/notesMaster" Target="/ppt/notesMasters/notesMaster1.xml" Id="R89c497ecec9549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02b33116894559" /><Relationship Type="http://schemas.openxmlformats.org/officeDocument/2006/relationships/notesMaster" Target="/ppt/notesMasters/notesMaster1.xml" Id="R6817ad8e5ee347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e2e2cab1974599" /><Relationship Type="http://schemas.openxmlformats.org/officeDocument/2006/relationships/notesMaster" Target="/ppt/notesMasters/notesMaster1.xml" Id="R343518ff7e3541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489a174f52494c" /><Relationship Type="http://schemas.openxmlformats.org/officeDocument/2006/relationships/notesMaster" Target="/ppt/notesMasters/notesMaster1.xml" Id="R0cae721ece044c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c9611ecdd54199" /><Relationship Type="http://schemas.openxmlformats.org/officeDocument/2006/relationships/notesMaster" Target="/ppt/notesMasters/notesMaster1.xml" Id="Re027721173cc4d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9147e54bc4c5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293d4406ba48d8" /><Relationship Type="http://schemas.openxmlformats.org/officeDocument/2006/relationships/slideLayout" Target="/ppt/slideLayouts/slideLayout2.xml" Id="R625de1bea1e8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5de1bea1e8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593425b35d4537" /><Relationship Type="http://schemas.openxmlformats.org/officeDocument/2006/relationships/image" Target="/ppt/media/image.png" Id="R9be3f45a78e6447c" /><Relationship Type="http://schemas.openxmlformats.org/officeDocument/2006/relationships/notesSlide" Target="/ppt/notesSlides/notesSlide1.xml" Id="R1e512d53175c40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23c58f4dc64cd7" /><Relationship Type="http://schemas.openxmlformats.org/officeDocument/2006/relationships/notesSlide" Target="/ppt/notesSlides/notesSlide2.xml" Id="R99985c969d924b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7aae57286c496e" /><Relationship Type="http://schemas.openxmlformats.org/officeDocument/2006/relationships/image" Target="/ppt/media/image2.png" Id="R7958e2e044dc487a" /><Relationship Type="http://schemas.openxmlformats.org/officeDocument/2006/relationships/image" Target="/ppt/media/image3.png" Id="R0ef40e2963c34b4f" /><Relationship Type="http://schemas.openxmlformats.org/officeDocument/2006/relationships/notesSlide" Target="/ppt/notesSlides/notesSlide3.xml" Id="R5c7517e4bb7049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61c6c01a84f9d" /><Relationship Type="http://schemas.openxmlformats.org/officeDocument/2006/relationships/notesSlide" Target="/ppt/notesSlides/notesSlide4.xml" Id="R193c9e65827548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bab9bee8ef4fca" /><Relationship Type="http://schemas.openxmlformats.org/officeDocument/2006/relationships/notesSlide" Target="/ppt/notesSlides/notesSlide5.xml" Id="Ref3022e0b19142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d4728f1984982" /><Relationship Type="http://schemas.openxmlformats.org/officeDocument/2006/relationships/notesSlide" Target="/ppt/notesSlides/notesSlide6.xml" Id="R9413d98d95f94c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52e0212e64e29" /><Relationship Type="http://schemas.openxmlformats.org/officeDocument/2006/relationships/image" Target="/ppt/media/image4.png" Id="Re4c1236bef5a4647" /><Relationship Type="http://schemas.openxmlformats.org/officeDocument/2006/relationships/image" Target="/ppt/media/image5.png" Id="R47bf90d1c3124cd7" /><Relationship Type="http://schemas.openxmlformats.org/officeDocument/2006/relationships/image" Target="/ppt/media/image6.png" Id="R2def72ad6f2f44d9" /><Relationship Type="http://schemas.openxmlformats.org/officeDocument/2006/relationships/notesSlide" Target="/ppt/notesSlides/notesSlide7.xml" Id="Rccf08bb642514d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f5d076f349449d" /><Relationship Type="http://schemas.openxmlformats.org/officeDocument/2006/relationships/notesSlide" Target="/ppt/notesSlides/notesSlide8.xml" Id="Rfec0176cde4c4e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54e46117794f2b" /><Relationship Type="http://schemas.openxmlformats.org/officeDocument/2006/relationships/notesSlide" Target="/ppt/notesSlides/notesSlide9.xml" Id="Rea51c7a517ae41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a96dd3524540ef" /><Relationship Type="http://schemas.openxmlformats.org/officeDocument/2006/relationships/notesSlide" Target="/ppt/notesSlides/notesSlide10.xml" Id="R9511102d3ad64c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E8CDFE-C520-4A0D-AD60-14777A8B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4A9BA-028A-4A9A-82F8-88C8D7F6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CFD74-3578-4BE1-8E71-BCEE0E15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4350"/>
            <a:ext cx="5219700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3f45a78e6447c"/>
          <a:srcRect xmlns:a="http://schemas.openxmlformats.org/drawingml/2006/main" l="0" t="909" r="0" b="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552450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02795-F127-4FC3-9F26-28E64912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075FA-42CF-4369-85F5-A9780B0E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650B1-470F-4F5E-B482-F1F3658C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846EF-F236-4DFD-9483-93D7376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Minecraft homepage clone with LEGO-themed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F428B-B477-4FDE-9867-B999A9A7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000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The project keeps the homepage structure, section rhythm, responsive behavior, and interaction model from Minecraft, then replaces the subject matter with a LEGO product/content direction.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C2E73-D444-4DD9-84B2-042694ED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42DD0-E5A4-446F-AACF-BC66561C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1962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ORIGINAL: minecraft.net/en-us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37502-CF45-41A1-8625-D9C72D28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2FD82-40F1-40F4-A23D-5EA42514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0025"/>
            <a:ext cx="1962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CLONE: local / hosted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73620-A4D1-4D30-8816-6EC90EB2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476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7E26E-FACD-4155-AC41-F2B22030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C4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C42B"/>
                </a:solidFill>
                <a:latin typeface="Aptos"/>
                <a:ea typeface="Aptos"/>
                <a:cs typeface="Aptos"/>
              </a:rPr>
              <a:t>Presentation goal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8B996-FA18-47E5-9CBE-66E8F511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Prove similarity, file organization, CSS, responsive design, and code quality in 5 minutes.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50BEE-B9C4-41D7-BBFE-B4B8B79B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5DA90-6877-441C-B179-EF3E1954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INT150 Individual Project | Minecraft homepage clone with LEGO 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D2A94-B5E9-4823-A354-49442C3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27955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078605-A87B-4E17-8EC3-AEC9464D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38136-770A-4CC8-B726-1E9D5908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65221-53E0-485D-81D3-715D3BD9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CE3AE-1AF5-49C7-B795-42D79853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RUBRIC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0BB20-9428-4EBA-801E-37FB5A32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The deck is organized around the scoring criteria, not only the page tour.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EF166-04C8-4FF9-A39A-ED502F52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AAA93-F69B-44E3-A322-AED27B5A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5 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E3621-381E-448C-A17D-09E63FFE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33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Similarity and complexity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F4005-BBAA-48C5-BC98-3F7DA331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Side-by-side original vs clone, mapped by homepage area.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44E7E-08C1-4752-9051-ED2CF81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BB323-8713-492C-AFBB-1AA1E583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5 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F45B8-A56C-466D-B702-C96786E5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33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Document and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B5D0D-FA73-446A-A205-8227CA6B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2412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Separated folders for styles, scripts, assets, fonts, SVG, and videos.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19243-B67E-471F-AB39-317BC86A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35312-1C37-4602-9C3A-B4857C4F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24075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5 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0DEE2-209C-486E-8F2E-5527F556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33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CSS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52198-DB8E-45AE-8C19-B3AD10E9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Flex, grid, animation, custom tokens, and class-based section styling.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9C901-1C19-4E53-8D0F-231FE6BD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9D254-2C49-4BCD-995F-8AC2C9D2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5 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226DC-C583-4789-8780-CB85F1B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71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Responsive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9C865-B9BB-49B9-8607-087B845D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Desktop, tablet, and mobile screenshots plus media-query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FD302-CB7A-4525-95ED-716057E8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9092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9E172-7126-43DB-A0F9-4F13E9D2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5 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206A8-95CE-4054-8153-97E292D0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71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57698-718F-43E0-AD4B-9BBB4387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6242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A clear 5-minute story with screenshots, code, and CSS references.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18669-CD8D-4BED-A48D-FB132BDA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BF9E1-5718-4C9B-893B-14B3951E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816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42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C42B"/>
                </a:solidFill>
                <a:latin typeface="Aptos Display"/>
                <a:ea typeface="Aptos Display"/>
                <a:cs typeface="Aptos Display"/>
              </a:rPr>
              <a:t>JavaScript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963DE-5F28-4449-8436-07F3093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43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No direct score, but shown as complexity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68E97-A173-4047-90BE-8D4DCF55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E8A16-930D-433D-A0DC-9ED7BD28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Source: INT150 Individual Project 2026 rubric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BDDB6-8C73-4559-BEF9-79944D4A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0572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A3132-FF89-4E21-BC9A-554A2171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7CF2D-38D7-4AA3-A7DE-959E39C9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360BD-C86C-476E-A088-3B2445A4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8169-46F1-488B-83B1-29D2EA8D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ORIGINAL VS CLONE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399FE-5F43-409F-9519-DC9CBB2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The clone follows the same homepage skeleton, while the content system changes to LEGO.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B509F-E9C1-4CAC-A4C8-F9C0A6BC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19700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28575">
            <a:solidFill>
              <a:srgbClr val="47A32A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8e2e044dc487a"/>
          <a:srcRect xmlns:a="http://schemas.openxmlformats.org/drawingml/2006/main" l="0" t="909" r="0" b="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C1EA2-D8E3-4771-B32C-97E98B5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5219700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28575">
            <a:solidFill>
              <a:srgbClr val="E51B2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40e2963c34b4f"/>
          <a:srcRect xmlns:a="http://schemas.openxmlformats.org/drawingml/2006/main" l="0" t="909" r="0" b="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619250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507C2-8C27-45E7-8C9A-9ABF444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B17A6-ED6E-49DF-8753-8DE3C494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8165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7F2D3-273B-4AE3-9CE8-EC2546EF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Minecraft original: game homepage with blocky hero, tabs, discovery sections.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3EC09-4865-426B-948E-108AD0E2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15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LEGO clone: same structure and interaction pattern with new product/story content.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3E05E-1650-423B-B1AF-5E2648E3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B2BCE-7FD3-4AE9-A3A6-00AE7601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Screenshots captured from minecraft.net/en-us and local clone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BE5B7-2DFF-43F3-8639-D84FF619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45399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C93E9E-4631-40CD-9763-65DFBB11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AF0ED-1687-49EC-90DA-A675AF1D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CF13B-3017-47F5-A9AC-34A4FDD8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90D79-A0DC-4564-8A75-E4E2E3F2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COMPARISON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4857D-9F4A-4A65-B964-5324208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Similarity is shown by matching page roles, not copying the exact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2038F-CD9C-46D1-A0F5-0D072E2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0BBE8-2BDE-4786-BC00-ED76167C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CE917-3AD1-4334-97E5-EC290E2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638300"/>
            <a:ext cx="433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60B46-D0FD-4D89-A4D6-7592225A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71650"/>
            <a:ext cx="40290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Minecraft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55276-1640-4BA7-B4F5-BD605C97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38300"/>
            <a:ext cx="433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F6BE4-15DE-4971-AE06-F00FAFC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71650"/>
            <a:ext cx="40290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LEGO clone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0FC66-D32D-4D4D-9A00-F66166B6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2DCFE-55AE-4842-B66E-8ADA8CFE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Header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B0E3E-339A-45AB-AEF8-480F08F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574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7B645-ED38-4E4E-83DD-4388F7BD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Logo, Games/Shop/Explore/Learn, Buy Now, Search, Account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67AA5-D5A9-4A35-BDBC-9B89278C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574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CED23-9F90-47A8-9CA5-AE16AD2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098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LEGO logo, Themes/Shop/Explore/Learn, Buy Now, Search, Account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3B216-DBD1-44BF-BF6A-A34BFD51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5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E3686-14C4-440B-82E4-54BF65A7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Hero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5735B-E376-4D92-8DEB-CD8843A3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432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5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94B63-8473-481F-899F-AEE86525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Large visual hero, text card, CTA, thumbnail tabs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923B0-BADD-439E-A4BD-23C0C5BC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432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5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BFE6F-23D7-4732-B0A8-E15BD285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956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Large LEGO hero video/image, text card, CTA, thumbnail tabs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3FBDB-A897-4170-86BD-795D868D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B5C49-D91F-4EA4-A7E1-A1DF80B6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039FA-2441-4222-95DA-3ECB98D0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290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6DC2E-3E59-4130-BBE7-D524DFC7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Game cards and category sections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C55E6F-6913-4620-A475-3000B8A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4290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B71D0-8F2D-4947-ACBE-41EBAF70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814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LEGO set cards, marketplace-style product sections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05B03-1C95-48D3-9D16-DB608B0C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5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7265F0-F50B-4C76-8FDF-DCC1CD9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89C7C2-5684-41B0-891D-9F14CE95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148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5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F7D13-1130-4203-B428-6AD3237C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Gameplay trailer tabs and video area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0D8B0-2DF0-4A1E-80AD-D371A4C9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148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5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2DD49C-2792-4960-90D5-D31B0806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672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Featured LEGO video tabs and play/pause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E71815-340C-4BD5-BF08-08A05002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52E7DE-9110-4416-9040-6AED0E46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Footer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EF761F-2649-4BFD-9999-8DA354EF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006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BC3E33-FB0E-4E74-9412-968888A8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Social links, columns, legal links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7C1298-262A-4EDF-B54C-833A4E2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8006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510453-5B2A-481F-9AC5-C461475A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53000"/>
            <a:ext cx="4029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LEGO social links, footer columns, legal strip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EC08EB-4AA5-471B-8AB9-577F763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6A08A7-933E-4214-80E9-BA19CD0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INT150 Individual Project | Minecraft homepage clone with LEGO content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CB3392-FE9E-4BBB-82F7-FB8121BC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8702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CE4C31-232E-4BFA-99E2-EAB5844C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605DA-4916-487C-8EC5-0D48D43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E6903-1624-4E54-8C52-F99D2DB2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6261B-E8B7-4195-AB97-379E9FDC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HTML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BDDE2-C917-4D4B-AC83-6E78AA64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The page is split into semantic regions so the clone is readable and maintainable.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EAFAA-7645-4766-8754-E6D8FD4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3246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E51B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CA114-EB07-4780-A40D-6633FEBE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59817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&lt;header class="site-header" data-site-header&gt;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&lt;nav class="navbar" aria-label="Primary navigation"&gt;...&lt;/nav&gt;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&lt;div class="mega-panel" data-panel="games" hidden&gt;...&lt;/div&gt;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&lt;div class="search-overlay" data-search-overlay hidden&gt;...&lt;/div&gt;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&lt;/header&gt;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&lt;main id="main-content"&gt;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&lt;section class="hero-section"&gt;...&lt;/section&gt;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&lt;section class="discover-section"&gt;...&lt;/section&gt;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&lt;section class="marketplace-section"&gt;...&lt;/section&gt;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&lt;section class="trailer-section"&gt;...&lt;/section&gt;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&lt;section class="news-section"&gt;...&lt;/section&gt;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&lt;/main&gt;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&lt;footer class="mc-footer"&gt;...&lt;/footer&gt;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ADB62-FE06-4E2F-8428-61BEDAEE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E0143-2F09-4CC2-A7C8-5861D730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4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C42B"/>
                </a:solidFill>
                <a:latin typeface="Aptos Display"/>
                <a:ea typeface="Aptos Display"/>
                <a:cs typeface="Aptos Display"/>
              </a:rPr>
              <a:t>Why this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ACC3D-6414-4C23-ACDA-C4BC258C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ED04D-4342-46CC-B426-8AB71D95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2590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Header, main, and footer match the expected homepage anatomy.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C586D-D9F5-4A70-857D-E52D536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C8DF7-D94F-4FDB-B992-6C1CA58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259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Sections are named by purpose, so screenshots and code are easy to explain.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90A93-6F11-41F9-B0FD-F13751E9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FBA07-96A0-4AAD-BABA-FF2D92BE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2590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ARIA labels and hidden panels support menu/search interactions.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47B51-ECCF-4A9F-A479-735288E4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212F0-51E1-4BD8-84A7-8C2F092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2590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This supports the rubric’s file/tag organization requirement.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45266-C418-400E-9626-67FADC1A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EEB22-3808-413D-A585-52AFECB8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Code source: index.html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839C1-5F20-4C8C-8E2B-0A3026C7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44256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C9970-4E2D-4835-AFB1-22DB37D3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67A3F-68ED-44EE-AC2A-C25E8534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03CF8-03C3-43D3-BFD9-5CB45B32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F3484-1F0B-4833-9D38-F62DC94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CSS 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F7F33-6BCF-44EB-90D0-99EA0C41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Flexbox handles navigation flow; Grid handles multi-column content and mega panels.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AAAE4-F9B6-465C-9DD9-7A94D1EE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000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E51B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05F6E-BF2B-4A85-A833-4E9A806B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56578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.navbar {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position: relative;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min-height: var(--header-height);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display: flex;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align-items: center;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padding: 0 clamp(24px, 4.05vw, 64px);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.mega-shell {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display: grid;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grid-template-columns: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  254px minmax(620px, 888px) minmax(180px, 255px);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gap: clamp(32px, 3.2vw, 46px);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.game-grid,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.news-grid {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display: grid;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grid-template-columns: repeat(4, 1fr);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67483-F405-4094-97DD-540C720C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431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C4C9B-5C55-4CCE-BCE5-0EB01C7B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52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rPr>
              <a:t>Flexbox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7C8F3-0C6C-4F9C-9DB7-4562C217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955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Navbar, buttons, footer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C5FFE-28AF-4436-876D-AE4E8FB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431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7D63A-51BE-4CF1-8C88-16753E18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52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rPr>
              <a:t>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E7406-7117-438C-94D9-022F3799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955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Mega menu, cards, forms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E7F3B-988E-4D9A-B0B6-8B057316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A256C-8116-4A2F-BBBA-E372BE2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19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4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C42B"/>
                </a:solidFill>
                <a:latin typeface="Aptos Display"/>
                <a:ea typeface="Aptos Display"/>
                <a:cs typeface="Aptos Display"/>
              </a:rPr>
              <a:t>Positioning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0CC34-8A37-4BB6-A441-5F6C1BB1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624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Fixed header, overlays, hero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9A757-F2B3-4483-A66C-C6F4CF2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099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1157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D7449-97F9-4C67-A4B3-5D09F32D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57B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57BE"/>
                </a:solidFill>
                <a:latin typeface="Aptos Display"/>
                <a:ea typeface="Aptos Display"/>
                <a:cs typeface="Aptos Display"/>
              </a:rPr>
              <a:t>Tokens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73863-E751-4AFC-993A-C3CA599A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624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Reusable color, size, and duration values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A142A-9EBF-4F84-802A-6BD6CD07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FD48E-88DB-4638-A145-D517C14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Code source: styles/layout.css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5CF07-57EE-418A-81A3-D9E31BAE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56730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F2B78-3D46-45AB-957E-29F3D141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5CB61-F252-4305-9174-CC2BB3A8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A36EC-B33B-4785-B9D0-E881E1C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67006-2BB2-41F0-9AF6-BBCC4D9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RESPONSIVE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750E1-09BB-44EF-BA35-61ACAA5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The clone keeps the same content hierarchy while adapting navigation and grids.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41CB9-2BA9-4FB3-AF15-71665EA7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0767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1236bef5a4647"/>
          <a:srcRect xmlns:a="http://schemas.openxmlformats.org/drawingml/2006/main" l="0" t="909" r="0" b="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4000500" cy="3000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762B9-5B8F-405C-9E12-CBCA541B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57350"/>
            <a:ext cx="245745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f90d1c3124cd7"/>
          <a:srcRect xmlns:a="http://schemas.openxmlformats.org/drawingml/2006/main" l="0" t="2750" r="0" b="2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1695450"/>
            <a:ext cx="2381250" cy="3000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469A6-9756-4A98-BD36-F1041B96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188595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f72ad6f2f44d9"/>
          <a:srcRect xmlns:a="http://schemas.openxmlformats.org/drawingml/2006/main" l="0" t="11696" r="0" b="11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1695450"/>
            <a:ext cx="1809750" cy="30003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C7273-7B00-4DDC-AEB4-B3ABF90F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95450"/>
            <a:ext cx="1524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F33D4-DCA5-458A-9E44-A4CF917A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240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Responsive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0BC3C-9CE5-4D20-83D2-B790FC8E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765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Desktop shows full nav and wide hero.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Tablet compresses card grids.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Mobile switches to a menu panel and single-column content.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F3544-56CB-4DE0-969B-31806E25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Desktop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A3E6C-32AA-4D27-8CF1-9E55F9B8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053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C42B"/>
                </a:solidFill>
                <a:latin typeface="Aptos"/>
                <a:ea typeface="Aptos"/>
                <a:cs typeface="Aptos"/>
              </a:rPr>
              <a:t>Tablet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1D917-FA22-4B52-BADF-3617E674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053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9CB06-A59A-4CB1-93BD-CBA292F8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2DFEC-F8C9-4633-BF84-F5D60083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Screenshots captured from local clone at 1440, 768, and 390px widths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7AADC-AAD0-4213-A5AB-921977C7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63361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B90FE-A518-46CB-80C6-EE61B150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9EE4E-C765-4F3F-A64D-592BC9B8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75F1F-C108-4D8E-A6FD-F67828B8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BFE5A-A3B1-4064-9655-5E9A4D26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JAVASCRIPT INTERACTIONS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15161-F9F2-479B-841D-A6D13A49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JavaScript is not scored directly, but it proves the clone is more than a static layout.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496AB-F8E3-40E5-A7A3-29316076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0769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FFC4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1F046-45AA-4698-A041-5CC45A53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57340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q("[data-menu-toggle]")?.addEventListener("click", (e) =&gt; {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const menu = q("[data-nav-menu]");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const on = menu.classList.toggle("is-open");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setOpen(e.currentTarget, on);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document.body.classList.toggle("is-menu-open", on);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if (!on) close();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// Same event controller handles: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// mega panels, search overlay, hero tabs,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// trailer tabs, video toggle, carousel scroll,</a:t>
            </a:r>
          </a:p>
          <a:p xmlns:a="http://schemas.openxmlformats.org/drawingml/2006/main">
            <a:pPr algn="l">
              <a:def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// and Escape key close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C97D1-1D8E-4966-A81F-2B11851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36385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9525">
            <a:solidFill>
              <a:srgbClr val="4B46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6DEBD-77D4-4ED9-8138-45367C8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4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C42B"/>
                </a:solidFill>
                <a:latin typeface="Aptos Display"/>
                <a:ea typeface="Aptos Display"/>
                <a:cs typeface="Aptos Display"/>
              </a:rPr>
              <a:t>Interaction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D8FDA-171C-45BC-86B8-46023CF5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DC072-4472-45DD-BF52-8A35BB7C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Mobile menu open and close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7C731-B60D-4437-98EF-30C24A0A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A4FF8-F345-42BD-8247-D1186B50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Mega menu tab switching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B282A-BB69-4A6A-88F0-A8D58B12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762FB-2B1A-42FC-AFC7-2982C8C8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861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Search overlay focus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799CB-542E-42D2-99A4-F702D226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122BF-49B1-4019-8C79-B76923F4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Hero and trailer content switching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75DC4-EB57-424E-94DD-50021F3E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FF9C3-B422-401C-B06B-A067680A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2590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Carousel scroll buttons and video pause/play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8A1A8-F2FE-46D9-976F-74AA8F93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672B9-CC21-434A-B9D9-64536BA4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Code source: scripts/main.js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6CAE3-0B55-4C29-96B4-3DADE8A0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7026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635BE-569C-4043-96C5-D484FC52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CCE79-E26C-4C89-ACF5-6E42704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A9DEA-CDDF-4A0A-A36C-855AE282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58E7D-D014-49B8-83DD-5ADFE03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CSS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7BEBA-6043-4770-A2A3-EF94719D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CSS beyond class is documented with references and explained by use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624E3-CCC0-4F51-BBF8-BBA4765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E51B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5E69C-66A4-472A-815A-6E9FEF22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9911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:root {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--lego-red-5: #d01012;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--header-height: 78px;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.page-shell {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width: min(calc(100% - 32px), var(--page-max));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margin-inline: auto;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.navbar {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backdrop-filter: blur(18px);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padding: 0 clamp(24px, 4.05vw, 64px);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@media (prefers-reduced-motion: reduce) {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  * { animation-duration: 0.01ms !important; }</a:t>
            </a:r>
          </a:p>
          <a:p xmlns:a="http://schemas.openxmlformats.org/drawingml/2006/main">
            <a:pPr algn="l">
              <a:def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EDE5E2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AE158-EDE7-4CB5-8B53-694EE838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076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E1206-F463-4E65-998B-5FC20BA7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CSS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79DEA-1DA2-4614-84AF-D3F386CB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64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Reusable design tokens: colors, fonts, durations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37079-AD38-4A0E-B5C1-437FB86B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076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5E7BB-B0FF-41A9-A869-EA171234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CSS nesting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8D5EE-FF39-44D8-B568-A2E58E3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`&amp;:hover`, `&amp;::after`, and state selectors inside components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6874B-64DD-408F-92A1-9E76C83B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076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36227-213F-49CB-9B65-5C2F9520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Responsive math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53094-4EA0-4BD1-8D59-11A85C68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`calc()`, `min()`, and `clamp()` for fluid sizes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47C79-F047-49BD-B17C-93A19F19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76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72DBE-9442-4F7B-8D1D-1D49513E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Media fitting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1F29D-33DB-4537-8F27-011C3CBB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813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`aspect-ratio` and `object-fit` for stable image cards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01728-1364-4CFE-80AC-8B422BF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2076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76320-F0EF-487E-BF31-C525366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7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Visual effects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5C389-07FE-436C-8077-145AD8EF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`backdrop-filter`, `box-shadow`, `filter`, `clip-path`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23059-F7C4-429A-B64F-F26BF2A6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076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81D1A-A061-4485-916C-887C0149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57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Motion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5BA6D-12AF-4B03-9EDF-F6514861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86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`prefers-reduced-motion` respects user settings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5A346E-3283-457A-AD2C-6EB48926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16923-24AA-46CA-A2FF-81455445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References: MDN CSS Custom Properties, CSS Nesting, CSS Values, Scroll Snap, prefers-reduced-motion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BF80B-1510-4B19-8E22-08C5110C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7354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CEABFE-4923-4F42-92D4-972F6681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41181-2069-4D6A-9888-66B6E9D2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8C51C-CBAF-4475-A7E5-99732568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64F73-4B3B-4351-9080-386D264F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F3614-432A-4DE6-9FD1-1635ED3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33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The final story: Minecraft structure, LEGO content, custom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EB1AF-1D4B-42BD-A658-18BF5903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14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0C5C0"/>
                </a:solidFill>
                <a:latin typeface="Aptos"/>
                <a:ea typeface="Aptos"/>
                <a:cs typeface="Aptos"/>
              </a:rPr>
              <a:t>This project is a homepage clone focused on structure and behavior: the visual hierarchy, menu system, hero tabs, content rhythm, responsive layout, and footer logic follow the Minecraft original, while the content direction becomes a LEGO showcase.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CA9F0-9207-4DF1-AA84-0AB3DE3A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73F90-BDCE-401C-97CF-8B23815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rPr>
              <a:t>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759E1-305C-43BD-B1E0-1B059E1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semantic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E0850-BF8F-4470-A890-9433B49F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46AB2-ECA2-4C1E-9076-F19C6D78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99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rPr>
              <a:t>CSS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F4D9D-2C29-4860-97D2-CEC7AFB6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718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5 separated stylesheets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668E5-ACC7-410C-8F30-0899416C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B2D8A-77B2-408B-9177-B39F8D6A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rPr>
              <a:t>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72F25-F8AD-4D6C-A2DB-CFD17A10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menu, tabs, video, scroll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B3D51-E04D-4E1D-8793-08D9E7EB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3FCFD-A577-45EA-ADC1-A51511AF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99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rPr>
              <a:t>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52781-5010-49C5-BB84-99E7CE88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718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images, SVG, fonts,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90F62-538D-46F8-93C5-46E401D6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1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29AAE-E26F-4265-B10A-5BAD1114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910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C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C42B"/>
                </a:solidFill>
                <a:latin typeface="Aptos"/>
                <a:ea typeface="Aptos"/>
                <a:cs typeface="Aptos"/>
              </a:rPr>
              <a:t>5-minute speaking 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51479-6D70-461C-91F1-8ECB7AEE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101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Overview -&gt; Original vs clone -&gt; Layout and files -&gt; CSS and responsive -&gt; JavaScript -&gt; References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F05EC-501C-4187-8C86-0E480C4F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3283E-F878-4AA8-9F37-709C114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8642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Similarity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ACD71-2202-444A-B1CC-7AE2C7EA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19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2F7C1-0879-4EB3-93E8-B1ED21A9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864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Organization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B078D-312E-4980-A66C-0FC92A7D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197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74CD0-B55A-40B8-A5EA-BE0BBF83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86425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C4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C42B"/>
                </a:solidFill>
                <a:latin typeface="Aptos"/>
                <a:ea typeface="Aptos"/>
                <a:cs typeface="Aptos"/>
              </a:rPr>
              <a:t>CSS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C3A658-2159-4271-9CBB-524869D7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39D3B-20A4-48CA-8FC8-12F9582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8642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Responsive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7EE02-8900-4B28-B95A-D95CD7D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19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6282FD-B1D1-420F-82B7-E493258F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864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D891A3-46B3-418E-87B7-FE72F815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6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D1F3BB-DB9F-4F7E-BD8F-1FAA389B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7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8F8783"/>
                </a:solidFill>
                <a:latin typeface="Aptos"/>
                <a:ea typeface="Aptos"/>
                <a:cs typeface="Aptos"/>
              </a:rPr>
              <a:t>INT150 Individual Project | Minecraft homepage clone with LEGO content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6318B8-E7F3-4F56-AADF-E2007919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0C5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C5C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0112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2026-05-17T23:12:06.2780000Z</dcterms:created>
  <dcterms:modified xsi:type="dcterms:W3CDTF">2026-05-17T23:12:06.2780000Z</dcterms:modified>
</coreProperties>
</file>