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7d862cbb0432c" /><Relationship Type="http://schemas.openxmlformats.org/officeDocument/2006/relationships/extended-properties" Target="/docProps/app.xml" Id="R423f29809bae4f9a" /><Relationship Type="http://schemas.openxmlformats.org/officeDocument/2006/relationships/officeDocument" Target="/ppt/presentation.xml" Id="R9fc2f1423833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8a2ceb0ed4c16"/>
  </p:sldMasterIdLst>
  <p:notesMasterIdLst>
    <p:notesMasterId xmlns:r="http://schemas.openxmlformats.org/officeDocument/2006/relationships" r:id="Rb2d8ad6a5a764e52"/>
  </p:notesMasterIdLst>
  <p:sldIdLst>
    <p:sldId xmlns:r="http://schemas.openxmlformats.org/officeDocument/2006/relationships" id="256" r:id="R06081525ac284d5c"/>
    <p:sldId xmlns:r="http://schemas.openxmlformats.org/officeDocument/2006/relationships" id="257" r:id="R08e9e97214a646e6"/>
    <p:sldId xmlns:r="http://schemas.openxmlformats.org/officeDocument/2006/relationships" id="258" r:id="Rca3e54730c5e4deb"/>
    <p:sldId xmlns:r="http://schemas.openxmlformats.org/officeDocument/2006/relationships" id="259" r:id="R6a487473ebcd4c62"/>
    <p:sldId xmlns:r="http://schemas.openxmlformats.org/officeDocument/2006/relationships" id="260" r:id="R73167f83445c47bc"/>
    <p:sldId xmlns:r="http://schemas.openxmlformats.org/officeDocument/2006/relationships" id="261" r:id="R3c211f3168304d69"/>
    <p:sldId xmlns:r="http://schemas.openxmlformats.org/officeDocument/2006/relationships" id="262" r:id="Rfca31d2974fc4b6f"/>
    <p:sldId xmlns:r="http://schemas.openxmlformats.org/officeDocument/2006/relationships" id="263" r:id="Rc0252d1dcf7a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8a2ceb0ed4c16" /><Relationship Type="http://schemas.openxmlformats.org/officeDocument/2006/relationships/theme" Target="/ppt/theme/theme1.xml" Id="R19e49841f6904019" /><Relationship Type="http://schemas.openxmlformats.org/officeDocument/2006/relationships/notesMaster" Target="/ppt/notesMasters/notesMaster1.xml" Id="Rb2d8ad6a5a764e52" /><Relationship Type="http://schemas.openxmlformats.org/officeDocument/2006/relationships/presProps" Target="/ppt/presProps.xml" Id="R4162a94ee66444af" /><Relationship Type="http://schemas.openxmlformats.org/officeDocument/2006/relationships/viewProps" Target="/ppt/viewProps.xml" Id="R25168117aa114d01" /><Relationship Type="http://schemas.openxmlformats.org/officeDocument/2006/relationships/tableStyles" Target="/ppt/tableStyles.xml" Id="R599d7cd63ef1490e" /><Relationship Type="http://schemas.openxmlformats.org/officeDocument/2006/relationships/slide" Target="/ppt/slides/slide1.xml" Id="R06081525ac284d5c" /><Relationship Type="http://schemas.openxmlformats.org/officeDocument/2006/relationships/slide" Target="/ppt/slides/slide2.xml" Id="R08e9e97214a646e6" /><Relationship Type="http://schemas.openxmlformats.org/officeDocument/2006/relationships/slide" Target="/ppt/slides/slide3.xml" Id="Rca3e54730c5e4deb" /><Relationship Type="http://schemas.openxmlformats.org/officeDocument/2006/relationships/slide" Target="/ppt/slides/slide4.xml" Id="R6a487473ebcd4c62" /><Relationship Type="http://schemas.openxmlformats.org/officeDocument/2006/relationships/slide" Target="/ppt/slides/slide5.xml" Id="R73167f83445c47bc" /><Relationship Type="http://schemas.openxmlformats.org/officeDocument/2006/relationships/slide" Target="/ppt/slides/slide6.xml" Id="R3c211f3168304d69" /><Relationship Type="http://schemas.openxmlformats.org/officeDocument/2006/relationships/slide" Target="/ppt/slides/slide7.xml" Id="Rfca31d2974fc4b6f" /><Relationship Type="http://schemas.openxmlformats.org/officeDocument/2006/relationships/slide" Target="/ppt/slides/slide8.xml" Id="Rc0252d1dcf7a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2557eda258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37baff4f24bc1" /><Relationship Type="http://schemas.openxmlformats.org/officeDocument/2006/relationships/notesMaster" Target="/ppt/notesMasters/notesMaster1.xml" Id="Rcdf00bab7d1c4e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9fd14bc75425e" /><Relationship Type="http://schemas.openxmlformats.org/officeDocument/2006/relationships/notesMaster" Target="/ppt/notesMasters/notesMaster1.xml" Id="R6b993d45a7ea44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382578d0e40d0" /><Relationship Type="http://schemas.openxmlformats.org/officeDocument/2006/relationships/notesMaster" Target="/ppt/notesMasters/notesMaster1.xml" Id="Rbbf4689b039c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92afb406b46f0" /><Relationship Type="http://schemas.openxmlformats.org/officeDocument/2006/relationships/notesMaster" Target="/ppt/notesMasters/notesMaster1.xml" Id="R171b32256e4e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cdc3695e74f19" /><Relationship Type="http://schemas.openxmlformats.org/officeDocument/2006/relationships/notesMaster" Target="/ppt/notesMasters/notesMaster1.xml" Id="Ra6e3cad70df8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f67d991c174493" /><Relationship Type="http://schemas.openxmlformats.org/officeDocument/2006/relationships/notesMaster" Target="/ppt/notesMasters/notesMaster1.xml" Id="Re662f5fb260d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0ca715b0c4718" /><Relationship Type="http://schemas.openxmlformats.org/officeDocument/2006/relationships/notesMaster" Target="/ppt/notesMasters/notesMaster1.xml" Id="Rc83a58415c994c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daa0f0c214bf2" /><Relationship Type="http://schemas.openxmlformats.org/officeDocument/2006/relationships/notesMaster" Target="/ppt/notesMasters/notesMaster1.xml" Id="Rab6ebc3d093a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4ab026ff74b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d30f43682f44f2" /><Relationship Type="http://schemas.openxmlformats.org/officeDocument/2006/relationships/slideLayout" Target="/ppt/slideLayouts/slideLayout2.xml" Id="R80546bfb7460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546bfb7460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cab0125344f11" /><Relationship Type="http://schemas.openxmlformats.org/officeDocument/2006/relationships/image" Target="/ppt/media/image.png" Id="R0f55a65174ed4d10" /><Relationship Type="http://schemas.openxmlformats.org/officeDocument/2006/relationships/notesSlide" Target="/ppt/notesSlides/notesSlide1.xml" Id="R2fc13a184f68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66d1624174100" /><Relationship Type="http://schemas.openxmlformats.org/officeDocument/2006/relationships/image" Target="/ppt/media/image2.png" Id="Ra3dfacbbcc9141f4" /><Relationship Type="http://schemas.openxmlformats.org/officeDocument/2006/relationships/image" Target="/ppt/media/image3.png" Id="R697056706c25449d" /><Relationship Type="http://schemas.openxmlformats.org/officeDocument/2006/relationships/notesSlide" Target="/ppt/notesSlides/notesSlide2.xml" Id="R889d9bb2d032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2dec689d04dd7" /><Relationship Type="http://schemas.openxmlformats.org/officeDocument/2006/relationships/notesSlide" Target="/ppt/notesSlides/notesSlide3.xml" Id="R389f76eb286f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0e9ca0f0b4e0c" /><Relationship Type="http://schemas.openxmlformats.org/officeDocument/2006/relationships/image" Target="/ppt/media/image4.png" Id="Rc51fb8a07ed94822" /><Relationship Type="http://schemas.openxmlformats.org/officeDocument/2006/relationships/image" Target="/ppt/media/image5.png" Id="R9527e2345b324e7e" /><Relationship Type="http://schemas.openxmlformats.org/officeDocument/2006/relationships/notesSlide" Target="/ppt/notesSlides/notesSlide4.xml" Id="R71b0eabe2c0e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bfbc5ee264565" /><Relationship Type="http://schemas.openxmlformats.org/officeDocument/2006/relationships/notesSlide" Target="/ppt/notesSlides/notesSlide5.xml" Id="R2fe0d25931b24b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25a9ba7c44f8f" /><Relationship Type="http://schemas.openxmlformats.org/officeDocument/2006/relationships/image" Target="/ppt/media/image6.png" Id="R659d5f54558742cb" /><Relationship Type="http://schemas.openxmlformats.org/officeDocument/2006/relationships/image" Target="/ppt/media/image7.png" Id="Rdceec204bcfd4a62" /><Relationship Type="http://schemas.openxmlformats.org/officeDocument/2006/relationships/image" Target="/ppt/media/image8.png" Id="Rf4723f5dae5d4cf2" /><Relationship Type="http://schemas.openxmlformats.org/officeDocument/2006/relationships/notesSlide" Target="/ppt/notesSlides/notesSlide6.xml" Id="Rae7a0ebd1ac8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4d61491ed94fae" /><Relationship Type="http://schemas.openxmlformats.org/officeDocument/2006/relationships/notesSlide" Target="/ppt/notesSlides/notesSlide7.xml" Id="R2ea8c1e20dd942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297aa138d84145" /><Relationship Type="http://schemas.openxmlformats.org/officeDocument/2006/relationships/image" Target="/ppt/media/image9.png" Id="R9c9f37ec07c64f64" /><Relationship Type="http://schemas.openxmlformats.org/officeDocument/2006/relationships/image" Target="/ppt/media/image.jpeg" Id="R1fc71ab6caae45c9" /><Relationship Type="http://schemas.openxmlformats.org/officeDocument/2006/relationships/image" Target="/ppt/media/image2.jpeg" Id="R0be8800b7b234023" /><Relationship Type="http://schemas.openxmlformats.org/officeDocument/2006/relationships/notesSlide" Target="/ppt/notesSlides/notesSlide8.xml" Id="R0c4ade94bc7a4f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411B5-C6E4-4901-97D9-47AAD56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02967-111B-497D-A49B-6EFAC85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MINECRAFT -&gt; LEGO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AF6C-6AFE-4E53-A524-278E9851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Homepage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B3762-F20B-4DC8-B58C-6A493344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Structure, content,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BBA4-9588-4FDF-853E-B3BB2A31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F597F-09BC-4B5C-9A74-47334CE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0F0E7-D273-4831-A12A-9F6B4C4B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CLONE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C3C1-9973-4238-9E3C-91F775E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E6896-5D9C-4B20-9C82-A021734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 homepage structure rebuilt with LEGO-themed content and custom front-end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530E-BD0F-4493-B49F-8616FC5A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ORIGINAL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93786-C9F5-4C1A-A239-19007E6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minecraft.net/en-us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35A24-1D64-44DC-950D-85F820F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CLONE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15455-58C1-4857-8FCF-D74C076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626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LEGO content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93A7A-79B6-41B3-A269-AFBBD1ED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095375"/>
            <a:ext cx="58674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5a65174ed4d10"/>
          <a:srcRect xmlns:a="http://schemas.openxmlformats.org/drawingml/2006/main" l="55" t="0" r="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123950"/>
            <a:ext cx="5810250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657F8-8E3C-4D2A-A374-981866C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8825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BDC6D-1EEE-4D64-A52B-8935F544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EB767-72FA-4C5B-9352-4250254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8EE3E-BE6F-49EE-BA72-E006621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Original and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F6BD2-74A2-4FA3-B583-AC850DE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Visual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5F873-FE82-42E3-930E-3F1549AC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11D14-9A6C-4999-AB5B-90B9DA15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1DD9-206A-450A-B942-94DBFD3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FROM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AFAF3-9736-4421-8B1F-D208D53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MINECRAFT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AEC8-8B24-4717-98C8-2DC1716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TO LEGO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23923-917F-4346-ACD2-B928A25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clone preserves the homepage skeleton: fixed navigation, hero card, slide thumbnails, discovery sections, video area, and footer.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55F16-94BF-460B-A68E-CB5DDA3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42975"/>
            <a:ext cx="277177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acbbcc9141f4"/>
          <a:srcRect xmlns:a="http://schemas.openxmlformats.org/drawingml/2006/main" l="28189" t="0" r="28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971550"/>
            <a:ext cx="2714625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CE9B3-610C-4F38-A589-56AE79C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42975"/>
            <a:ext cx="277177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056706c25449d"/>
          <a:srcRect xmlns:a="http://schemas.openxmlformats.org/drawingml/2006/main" l="28189" t="0" r="28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971550"/>
            <a:ext cx="2714625" cy="4667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87A47-F2B6-44BF-BE84-CFDE7B0B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48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Minecraft original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F7BA-1710-42D8-B152-49DDB97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848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LEGO content clone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B6273-4813-45CD-800B-CD3D985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99204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08A7F-EF99-495C-B310-12F1553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E21F-19FE-475B-9C50-A76A509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6536A-8758-4D4C-91B7-32FB8C7F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Page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157DC-05A9-4F59-8DF7-FDEDC65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 roles, LEGO subjects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3001F-8EB6-4A23-9516-830139B0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60BCB-2411-469B-9E1D-65B060F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AB7F8-23FE-4039-BE2A-C657642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12883-DBA5-4E1C-AB2B-B3763A3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811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Each Minecraft page role is translated into a LEGO content 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D6B54-B89D-4731-8374-E89F64D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43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CD6D6-0006-4068-A1C1-E48A3C4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7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BF21B-DF61-4F76-AA51-36F4DD0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84A24-C5FD-4084-AA3E-BE6F10C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Navigation, search, account, Buy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FDAF2-BACE-411A-B0ED-FF633E2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theme navigation and mega panels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47CF7-A8F5-4A28-9108-39898C4C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19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31501-992E-47DD-BF22-156D807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656DC-16CA-4F45-BF71-C4A366F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33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Campaign visual, card copy, CTA, tabs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D709B-6B89-433F-B0C9-89B331C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337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SMART Play, Star Wars, Technic, Botanicals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FBACF-AAC5-46CF-962C-2D50C4C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62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5DFB-4E4A-4B05-AE15-24B42293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999F9-729E-40CE-B0FE-5C6B52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Game cards and news rhythm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D8DE2-8629-47C4-B43E-A0290A8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Sets, stories, marketplace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5CF34-AA3C-4885-9BE2-FF04E7FB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4848D-7824-476D-8A41-7BA3F67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13790-A3D6-4DC5-B03A-8BD253D1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Trailer and video panels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81F8E-282B-40B8-85CF-9A8F09BB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Featured LEGO videos with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20840-3A06-42EC-A74F-736F9DF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4C1D3-370E-4EA5-AD7E-5B8B40A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Footer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DC43B-D8F4-45EA-9887-675056D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Social, links, legal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5B24B-9BF2-4ABE-86E7-FB0509C5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625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social and footer columns</a:t>
            </a:r>
          </a:p>
        </p:txBody>
      </p:sp>
    </p:spTree>
    <p:extLst>
      <p:ext uri="{BB962C8B-B14F-4D97-AF65-F5344CB8AC3E}">
        <p14:creationId xmlns:p14="http://schemas.microsoft.com/office/powerpoint/2010/main" val="13204576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CB2BB-DBF0-492B-9776-10B6DE4F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FBD73-147C-4704-800C-E559CC7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EF6D-8676-470F-9C87-03322810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Original vs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13888-48A4-4758-A026-9F232E6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Screenshots and sections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24B68-AD24-4ABD-B02C-D09FB65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7C34-97F9-446E-88CF-93317955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98ECD-0278-4AB0-A7D7-9AE92A9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FC12D-1ACB-453F-A03C-0664C55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C2B58-64B6-4E3F-8505-F23A6BFD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09800"/>
            <a:ext cx="5010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fb8a07ed94822"/>
          <a:srcRect xmlns:a="http://schemas.openxmlformats.org/drawingml/2006/main" l="0" t="7692" r="0" b="7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38375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0A11B-9047-46C7-AA38-BE27820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09800"/>
            <a:ext cx="5010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7e2345b324e7e"/>
          <a:srcRect xmlns:a="http://schemas.openxmlformats.org/drawingml/2006/main" l="0" t="7692" r="0" b="7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238375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4C35-5A82-4423-AE56-ED75CE2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Original: Minecraft homepage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B867F-5695-469A-8993-B5E0E5E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Blocky campaign hero, black card, green CTA, thumbnail tabs.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12093-FEDB-48FD-BE0E-7049426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Clone: LEGO content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C7193-FB99-4487-9536-3678C9A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67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Same structure and interaction pattern with LEGO imagery, copy, and red CTA.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AFAE1-1841-4F03-9631-D289F9E7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62433-5A19-43D9-96D3-E1468E70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7015986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56E75-2E81-41D8-87AA-5B3DA48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24D48-957C-464F-B6B8-8CEFF0E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4DD6-1E40-40DD-9B53-86A0066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HTML and 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9FBFD-9F47-4854-8D55-BE1FF70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Structure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8BE69-7FED-4EFD-BFE3-1C1D24B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56ED1-0845-4012-A729-48159F72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12E21-702A-4248-B896-BCD7002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3381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1817F-B4A9-443C-AE4B-7EF41F1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layout is organized as reusable page regions and section blocks.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35C51-B232-4608-A461-E16EB62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7B3D8-2A6B-49A4-82E1-A6DA393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095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2BF87-BBE2-463D-A784-26C0CCBB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&lt;header class="site-header"&gt;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&lt;nav class="navbar"&gt;...&lt;/nav&gt;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&lt;div class="mega-panel" hidden&gt;...&lt;/div&gt;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&lt;main id="main-content"&gt;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class="hero-section"&gt;...&lt;/section&gt;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class="discover-section"&gt;...&lt;/section&gt;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class="marketplace-section"&gt;...&lt;/section&gt;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class="trailer-section"&gt;...&lt;/section&gt;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class="news-section"&gt;...&lt;/section&gt;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&lt;/main&gt;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&lt;footer class="mc-footer"&gt;...&lt;/footer&gt;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B59BE-196D-49C3-B632-04E8A43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5095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D8E67-3D9C-41FC-A2E5-F62BD5BA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.navbar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flex;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align-items: center;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padding: 0 clamp(24px, 4.05vw, 64px);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.mega-shell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grid-template-columns: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254px minmax(620px, 888px)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minmax(180px, 255px);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.game-grid,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.news-grid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72EA9-5B07-454F-978F-10CF060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index.html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16ED3-4E47-4EB9-9ACB-31804EE0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96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styles/layout.css</a:t>
            </a:r>
          </a:p>
        </p:txBody>
      </p:sp>
    </p:spTree>
    <p:extLst>
      <p:ext uri="{BB962C8B-B14F-4D97-AF65-F5344CB8AC3E}">
        <p14:creationId xmlns:p14="http://schemas.microsoft.com/office/powerpoint/2010/main" val="12056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C6107-9265-4749-B46C-E317910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1D321-E039-47E8-90AD-1C184DD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RESPONSIVE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1E9A-2593-48F3-9FC2-AA9C602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Desktop / tablet /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F0D68-2B2E-47B4-A8E2-B4DD63B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Same hierarchy, different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AB177-C6FC-4669-95D7-0EB745C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1B0B-60E6-41DC-B252-B0E989D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1BFEE-5655-4C4C-8A25-9069ACD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78CB9-014F-4BCE-B6E1-A852166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BA1F9-F053-4BFD-BBCE-3AA2E8C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114425"/>
            <a:ext cx="32004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d5f54558742cb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143000"/>
            <a:ext cx="3143250" cy="2619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B7ABE-80B6-4395-B749-4A11933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114425"/>
            <a:ext cx="1533525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ec204bcfd4a62"/>
          <a:srcRect xmlns:a="http://schemas.openxmlformats.org/drawingml/2006/main" l="12424" t="0" r="12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143000"/>
            <a:ext cx="1476375" cy="26193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7001A-6815-4812-834E-3E70D6D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114425"/>
            <a:ext cx="112395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23f5dae5d4cf2"/>
          <a:srcRect xmlns:a="http://schemas.openxmlformats.org/drawingml/2006/main" l="5931" t="0" r="5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1143000"/>
            <a:ext cx="1066800" cy="2619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97663-3294-43EE-A594-7BF97451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4C5B0-3C16-4426-B2C0-E2F2CFF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D3CC0-B20B-4FAC-85CE-490AAD4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Full navigation and wide hero composition.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8D7B3-E560-4DAE-996D-8B3985E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Tablet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9D7ED-6BF6-45C2-991F-E6D4C26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Compressed cards and tighter page rhythm.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7428D-8ECB-4F14-AB4B-6175B13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D5901-9511-41C5-B76E-056F3796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Menu panel, stacked content, reduced hero scale.</a:t>
            </a:r>
          </a:p>
        </p:txBody>
      </p:sp>
    </p:spTree>
    <p:extLst>
      <p:ext uri="{BB962C8B-B14F-4D97-AF65-F5344CB8AC3E}">
        <p14:creationId xmlns:p14="http://schemas.microsoft.com/office/powerpoint/2010/main" val="2096038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DBB41-A0B5-45F4-8D35-1D7BD0E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78568-218E-444B-8E0C-D2C0380D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B7431-64D7-4D16-B3D2-35B124F4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JavaScript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40A38-E530-4DD9-B4D5-A498F21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Menu, tabs,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16148-4500-4B0B-8C8C-D4F28FC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8919-5764-41A8-9D7A-FC7057B4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DF8EE-6567-403A-AD76-6E5CC44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8B79-E9A5-4CBF-A495-71AB6D3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JavaScript layer changes UI state through data attributes and class names.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B3742-D024-4D5D-B9DE-8B088D9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A935-3065-4A14-B8CD-9B49FCC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810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E3CD8-AB2C-4FBC-A128-44F22EA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542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q("[data-menu-toggle]")?.addEventListener("click", (e) =&gt; {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menu = q("[data-nav-menu]");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on = menu.classList.toggle("is-open");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setOpen(e.currentTarget, on);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document.body.classList.toggle("is-menu-open", on);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The same controller also handles: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mega panels, search overlay, hero tabs,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trailer tabs, scroll buttons, and Escape close.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5199E-2FF1-4F15-969A-43B5561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C6B98-35EA-4762-85BC-6099C03C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data-panel-trigger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06C4A-ADCA-4644-AC52-ABD92DA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opens mega panels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A3A4D-B723-4643-8AA2-68F6FAD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AC20C-9E9B-4142-B8D1-DE819C8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19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data-search-open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FEF2E-022A-4B51-A75A-C42476D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reveals search overlay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E911F-6591-40F8-975B-B43ADB5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71F82-CDEE-49A8-8DA4-14449920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hero-tab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8ED60-681E-411A-B4BC-F2EC9D0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switches hero media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6B50A-33B2-4143-9EF5-3534CCB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2FA54-05F4-4019-92C2-54005A6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data-scroll-track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CCE01-EB00-4ECF-BBD4-91909EC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moves carousels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5C1F7-6617-4114-B3AD-DD1D4A41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3A3934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scripts/main.js</a:t>
            </a:r>
          </a:p>
        </p:txBody>
      </p:sp>
    </p:spTree>
    <p:extLst>
      <p:ext uri="{BB962C8B-B14F-4D97-AF65-F5344CB8AC3E}">
        <p14:creationId xmlns:p14="http://schemas.microsoft.com/office/powerpoint/2010/main" val="509873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17678-E064-4838-AB55-A37A75D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990A2-68E2-45BF-BAB8-A715AA4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D5E5-B928-45B2-AB31-A09B186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CSS beyond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97066-9B8F-4133-B54C-0A2F88A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Documented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A88C8-E6F1-4912-91BA-1C6F5193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05AD9-6A6B-4398-9248-B936F04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FAE6-067D-44F5-86D8-87BAF8E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f37ec07c64f64"/>
          <a:srcRect xmlns:a="http://schemas.openxmlformats.org/drawingml/2006/main" l="24390" t="0" r="24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6B85F-7A9D-47F0-942D-C94135C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71ab6caae45c9"/>
          <a:srcRect xmlns:a="http://schemas.openxmlformats.org/drawingml/2006/main" l="15387" t="0" r="153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2375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E4A65-BF9D-4D32-AF7D-3B5C0A2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800b7b234023"/>
          <a:srcRect xmlns:a="http://schemas.openxmlformats.org/drawingml/2006/main" l="6667" t="0" r="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A5961-2E06-484D-A7A6-E931F65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BCB7F-ABD3-40A3-AA61-C09B97D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17D13-2F53-420A-8FD3-5C0DD8B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909C3-29C8-457F-9D46-5D2CFC8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variables: --token and var()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815FF-8D04-457D-A375-D3ADBAD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245BF-93CB-4ADA-ADA8-980A3C4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nesting: &amp;:hover, &amp;::after, &amp;[aria-expanded]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6B8BF-EF99-4FFC-82DE-A79A287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4964C-6D19-43F2-A532-4176404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Responsive math: calc(), min(), clamp()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7BE97-6335-42CB-9FA4-837BB278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7F728-DA41-4188-8912-B55C32AF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Media fitting: aspect-ratio and object-fit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27C82-01CB-45D0-8359-052DAA0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67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47F42-A4AA-4604-9052-12AC248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911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Effects: backdrop-filter, filter, box-shadow, clip-path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9CAD6-DC7C-488D-898C-04D2DA91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13831-FFFE-4CCD-9313-7C0F56D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150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Motion access: prefers-reduced-motion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E288B-98F9-4CA2-9700-F36E38E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58DBB-DBBA-400B-B728-E2589C1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096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Reference source: MDN Web Docs</a:t>
            </a:r>
          </a:p>
        </p:txBody>
      </p:sp>
    </p:spTree>
    <p:extLst>
      <p:ext uri="{BB962C8B-B14F-4D97-AF65-F5344CB8AC3E}">
        <p14:creationId xmlns:p14="http://schemas.microsoft.com/office/powerpoint/2010/main" val="123409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2026-05-17T23:28:06.3260000Z</dcterms:created>
  <dcterms:modified xsi:type="dcterms:W3CDTF">2026-05-17T23:28:06.3260000Z</dcterms:modified>
</coreProperties>
</file>